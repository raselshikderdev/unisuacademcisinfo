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60" r:id="rId4"/>
  </p:sldMasterIdLst>
  <p:notesMasterIdLst>
    <p:notesMasterId r:id="rId14"/>
  </p:notesMasterIdLst>
  <p:handoutMasterIdLst>
    <p:handoutMasterId r:id="rId15"/>
  </p:handoutMasterIdLst>
  <p:sldIdLst>
    <p:sldId id="256" r:id="rId5"/>
    <p:sldId id="257" r:id="rId6"/>
    <p:sldId id="258" r:id="rId7"/>
    <p:sldId id="264" r:id="rId8"/>
    <p:sldId id="259" r:id="rId9"/>
    <p:sldId id="260" r:id="rId10"/>
    <p:sldId id="261" r:id="rId11"/>
    <p:sldId id="262" r:id="rId12"/>
    <p:sldId id="263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5151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0" d="100"/>
          <a:sy n="60" d="100"/>
        </p:scale>
        <p:origin x="2424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978E08E-BB78-466C-AF7A-8BF239B0068A}" type="doc">
      <dgm:prSet loTypeId="urn:microsoft.com/office/officeart/2008/layout/LinedList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C29E6F42-CA0A-41D9-9945-781B42C686C5}">
      <dgm:prSet custT="1"/>
      <dgm:spPr/>
      <dgm:t>
        <a:bodyPr/>
        <a:lstStyle/>
        <a:p>
          <a:pPr algn="l"/>
          <a:r>
            <a:rPr lang="en-US" sz="2800" b="0" i="0" dirty="0" smtClean="0">
              <a:solidFill>
                <a:schemeClr val="accent5">
                  <a:lumMod val="75000"/>
                </a:schemeClr>
              </a:solidFill>
            </a:rPr>
            <a:t>The first sentence of a paragraph that states the main idea.</a:t>
          </a:r>
          <a:endParaRPr lang="en-US" sz="3900" dirty="0">
            <a:solidFill>
              <a:schemeClr val="accent5">
                <a:lumMod val="75000"/>
              </a:schemeClr>
            </a:solidFill>
          </a:endParaRPr>
        </a:p>
      </dgm:t>
    </dgm:pt>
    <dgm:pt modelId="{4A678872-A1F4-4A38-A86F-80B19808E526}" type="parTrans" cxnId="{79F4DE20-64E3-4577-A737-747B2AD5F18F}">
      <dgm:prSet/>
      <dgm:spPr/>
      <dgm:t>
        <a:bodyPr/>
        <a:lstStyle/>
        <a:p>
          <a:endParaRPr lang="en-US"/>
        </a:p>
      </dgm:t>
    </dgm:pt>
    <dgm:pt modelId="{5574754F-C965-498B-ACDC-AF230EEFECD9}" type="sibTrans" cxnId="{79F4DE20-64E3-4577-A737-747B2AD5F18F}">
      <dgm:prSet/>
      <dgm:spPr/>
      <dgm:t>
        <a:bodyPr/>
        <a:lstStyle/>
        <a:p>
          <a:endParaRPr lang="en-US"/>
        </a:p>
      </dgm:t>
    </dgm:pt>
    <dgm:pt modelId="{DDFA6AAC-FFAE-4739-877D-FECE63D307DE}">
      <dgm:prSet custT="1"/>
      <dgm:spPr/>
      <dgm:t>
        <a:bodyPr/>
        <a:lstStyle/>
        <a:p>
          <a:pPr algn="l"/>
          <a:r>
            <a:rPr lang="en-US" sz="2800" b="0" i="0" dirty="0" smtClean="0">
              <a:solidFill>
                <a:schemeClr val="accent5">
                  <a:lumMod val="75000"/>
                </a:schemeClr>
              </a:solidFill>
            </a:rPr>
            <a:t>A good topic sentence is specific enough to give a clear sense of what to expect from the paragraph, but general enough that it doesn't give everything away.</a:t>
          </a:r>
          <a:endParaRPr lang="en-US" sz="2800" i="0" dirty="0">
            <a:solidFill>
              <a:schemeClr val="accent5">
                <a:lumMod val="75000"/>
              </a:schemeClr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1482532-1D1B-4DC0-81F2-0057DD5D6DC5}" type="parTrans" cxnId="{2BF8184D-8C76-4DEC-8964-234660AD0DEB}">
      <dgm:prSet/>
      <dgm:spPr/>
      <dgm:t>
        <a:bodyPr/>
        <a:lstStyle/>
        <a:p>
          <a:endParaRPr lang="en-US"/>
        </a:p>
      </dgm:t>
    </dgm:pt>
    <dgm:pt modelId="{91299E8C-69E3-4614-BCC1-75B8BCBF10D0}" type="sibTrans" cxnId="{2BF8184D-8C76-4DEC-8964-234660AD0DEB}">
      <dgm:prSet/>
      <dgm:spPr/>
      <dgm:t>
        <a:bodyPr/>
        <a:lstStyle/>
        <a:p>
          <a:endParaRPr lang="en-US"/>
        </a:p>
      </dgm:t>
    </dgm:pt>
    <dgm:pt modelId="{B80F4054-DCEE-4AF7-B066-79D50AF0E350}">
      <dgm:prSet custT="1"/>
      <dgm:spPr/>
      <dgm:t>
        <a:bodyPr/>
        <a:lstStyle/>
        <a:p>
          <a:endParaRPr lang="en-US" sz="2800" b="0" i="0" dirty="0" smtClean="0"/>
        </a:p>
        <a:p>
          <a:r>
            <a:rPr lang="en-US" sz="2800" b="0" i="0" dirty="0" smtClean="0">
              <a:solidFill>
                <a:srgbClr val="002060"/>
              </a:solidFill>
            </a:rPr>
            <a:t>The author's message about the topic</a:t>
          </a:r>
          <a:endParaRPr lang="en-US" sz="2800" dirty="0">
            <a:solidFill>
              <a:srgbClr val="002060"/>
            </a:solidFill>
          </a:endParaRPr>
        </a:p>
      </dgm:t>
    </dgm:pt>
    <dgm:pt modelId="{DDA0B2A4-52EC-4748-84DA-0BB5F28F6B12}" type="parTrans" cxnId="{26C3354A-14D5-481C-B97C-B323BA548BE6}">
      <dgm:prSet/>
      <dgm:spPr/>
      <dgm:t>
        <a:bodyPr/>
        <a:lstStyle/>
        <a:p>
          <a:endParaRPr lang="en-US"/>
        </a:p>
      </dgm:t>
    </dgm:pt>
    <dgm:pt modelId="{1E562E1F-4497-43C3-845C-693E5AD9D15F}" type="sibTrans" cxnId="{26C3354A-14D5-481C-B97C-B323BA548BE6}">
      <dgm:prSet/>
      <dgm:spPr/>
      <dgm:t>
        <a:bodyPr/>
        <a:lstStyle/>
        <a:p>
          <a:endParaRPr lang="en-US"/>
        </a:p>
      </dgm:t>
    </dgm:pt>
    <dgm:pt modelId="{C1AB8669-8516-4753-A935-BF3A9FF96E3A}" type="pres">
      <dgm:prSet presAssocID="{1978E08E-BB78-466C-AF7A-8BF239B0068A}" presName="vert0" presStyleCnt="0">
        <dgm:presLayoutVars>
          <dgm:dir/>
          <dgm:animOne val="branch"/>
          <dgm:animLvl val="lvl"/>
        </dgm:presLayoutVars>
      </dgm:prSet>
      <dgm:spPr/>
      <dgm:t>
        <a:bodyPr/>
        <a:lstStyle/>
        <a:p>
          <a:endParaRPr lang="en-US"/>
        </a:p>
      </dgm:t>
    </dgm:pt>
    <dgm:pt modelId="{935FD149-B1C9-4E21-807F-C93C1E00496C}" type="pres">
      <dgm:prSet presAssocID="{C29E6F42-CA0A-41D9-9945-781B42C686C5}" presName="thickLine" presStyleLbl="alignNode1" presStyleIdx="0" presStyleCnt="3"/>
      <dgm:spPr/>
    </dgm:pt>
    <dgm:pt modelId="{7DC07DBD-E0BE-4C5F-95D4-671C514937D3}" type="pres">
      <dgm:prSet presAssocID="{C29E6F42-CA0A-41D9-9945-781B42C686C5}" presName="horz1" presStyleCnt="0"/>
      <dgm:spPr/>
    </dgm:pt>
    <dgm:pt modelId="{D6D7E9C1-D0A8-4907-ACCA-34D935A87915}" type="pres">
      <dgm:prSet presAssocID="{C29E6F42-CA0A-41D9-9945-781B42C686C5}" presName="tx1" presStyleLbl="revTx" presStyleIdx="0" presStyleCnt="3"/>
      <dgm:spPr/>
      <dgm:t>
        <a:bodyPr/>
        <a:lstStyle/>
        <a:p>
          <a:endParaRPr lang="en-US"/>
        </a:p>
      </dgm:t>
    </dgm:pt>
    <dgm:pt modelId="{47A9F934-AABF-4583-9C92-CBF361FF6D15}" type="pres">
      <dgm:prSet presAssocID="{C29E6F42-CA0A-41D9-9945-781B42C686C5}" presName="vert1" presStyleCnt="0"/>
      <dgm:spPr/>
    </dgm:pt>
    <dgm:pt modelId="{C945B3B9-5F9C-4A10-8E5E-ADA10BDD2C18}" type="pres">
      <dgm:prSet presAssocID="{B80F4054-DCEE-4AF7-B066-79D50AF0E350}" presName="thickLine" presStyleLbl="alignNode1" presStyleIdx="1" presStyleCnt="3"/>
      <dgm:spPr/>
    </dgm:pt>
    <dgm:pt modelId="{C2D47256-35F0-4F73-9241-D0967A2E2236}" type="pres">
      <dgm:prSet presAssocID="{B80F4054-DCEE-4AF7-B066-79D50AF0E350}" presName="horz1" presStyleCnt="0"/>
      <dgm:spPr/>
    </dgm:pt>
    <dgm:pt modelId="{F46B1F12-F574-46D7-B07B-E7CFED7E1A07}" type="pres">
      <dgm:prSet presAssocID="{B80F4054-DCEE-4AF7-B066-79D50AF0E350}" presName="tx1" presStyleLbl="revTx" presStyleIdx="1" presStyleCnt="3" custScaleY="159054"/>
      <dgm:spPr/>
      <dgm:t>
        <a:bodyPr/>
        <a:lstStyle/>
        <a:p>
          <a:endParaRPr lang="en-US"/>
        </a:p>
      </dgm:t>
    </dgm:pt>
    <dgm:pt modelId="{9823609E-825F-4434-89CB-305B385B2739}" type="pres">
      <dgm:prSet presAssocID="{B80F4054-DCEE-4AF7-B066-79D50AF0E350}" presName="vert1" presStyleCnt="0"/>
      <dgm:spPr/>
    </dgm:pt>
    <dgm:pt modelId="{CE767940-22CC-447D-B51C-300D8AAAC660}" type="pres">
      <dgm:prSet presAssocID="{DDFA6AAC-FFAE-4739-877D-FECE63D307DE}" presName="thickLine" presStyleLbl="alignNode1" presStyleIdx="2" presStyleCnt="3"/>
      <dgm:spPr/>
    </dgm:pt>
    <dgm:pt modelId="{07CB740E-9095-468C-8242-4958788C0A12}" type="pres">
      <dgm:prSet presAssocID="{DDFA6AAC-FFAE-4739-877D-FECE63D307DE}" presName="horz1" presStyleCnt="0"/>
      <dgm:spPr/>
    </dgm:pt>
    <dgm:pt modelId="{5B1B3606-9656-439D-B2E0-392E65EB970C}" type="pres">
      <dgm:prSet presAssocID="{DDFA6AAC-FFAE-4739-877D-FECE63D307DE}" presName="tx1" presStyleLbl="revTx" presStyleIdx="2" presStyleCnt="3" custScaleY="177203"/>
      <dgm:spPr/>
      <dgm:t>
        <a:bodyPr/>
        <a:lstStyle/>
        <a:p>
          <a:endParaRPr lang="en-US"/>
        </a:p>
      </dgm:t>
    </dgm:pt>
    <dgm:pt modelId="{36A64940-D5F9-498F-90D4-A06E329A798F}" type="pres">
      <dgm:prSet presAssocID="{DDFA6AAC-FFAE-4739-877D-FECE63D307DE}" presName="vert1" presStyleCnt="0"/>
      <dgm:spPr/>
    </dgm:pt>
  </dgm:ptLst>
  <dgm:cxnLst>
    <dgm:cxn modelId="{2BF8184D-8C76-4DEC-8964-234660AD0DEB}" srcId="{1978E08E-BB78-466C-AF7A-8BF239B0068A}" destId="{DDFA6AAC-FFAE-4739-877D-FECE63D307DE}" srcOrd="2" destOrd="0" parTransId="{61482532-1D1B-4DC0-81F2-0057DD5D6DC5}" sibTransId="{91299E8C-69E3-4614-BCC1-75B8BCBF10D0}"/>
    <dgm:cxn modelId="{26C3354A-14D5-481C-B97C-B323BA548BE6}" srcId="{1978E08E-BB78-466C-AF7A-8BF239B0068A}" destId="{B80F4054-DCEE-4AF7-B066-79D50AF0E350}" srcOrd="1" destOrd="0" parTransId="{DDA0B2A4-52EC-4748-84DA-0BB5F28F6B12}" sibTransId="{1E562E1F-4497-43C3-845C-693E5AD9D15F}"/>
    <dgm:cxn modelId="{440A6A56-C62A-413C-886C-0A4A3F967F1B}" type="presOf" srcId="{1978E08E-BB78-466C-AF7A-8BF239B0068A}" destId="{C1AB8669-8516-4753-A935-BF3A9FF96E3A}" srcOrd="0" destOrd="0" presId="urn:microsoft.com/office/officeart/2008/layout/LinedList"/>
    <dgm:cxn modelId="{F7D9F637-6CBF-4109-9AB4-24F9ABB65755}" type="presOf" srcId="{C29E6F42-CA0A-41D9-9945-781B42C686C5}" destId="{D6D7E9C1-D0A8-4907-ACCA-34D935A87915}" srcOrd="0" destOrd="0" presId="urn:microsoft.com/office/officeart/2008/layout/LinedList"/>
    <dgm:cxn modelId="{B60654D8-D922-40F5-8C18-859C474D5893}" type="presOf" srcId="{DDFA6AAC-FFAE-4739-877D-FECE63D307DE}" destId="{5B1B3606-9656-439D-B2E0-392E65EB970C}" srcOrd="0" destOrd="0" presId="urn:microsoft.com/office/officeart/2008/layout/LinedList"/>
    <dgm:cxn modelId="{8566DF0A-E574-404D-A8DC-D774A57EB27E}" type="presOf" srcId="{B80F4054-DCEE-4AF7-B066-79D50AF0E350}" destId="{F46B1F12-F574-46D7-B07B-E7CFED7E1A07}" srcOrd="0" destOrd="0" presId="urn:microsoft.com/office/officeart/2008/layout/LinedList"/>
    <dgm:cxn modelId="{79F4DE20-64E3-4577-A737-747B2AD5F18F}" srcId="{1978E08E-BB78-466C-AF7A-8BF239B0068A}" destId="{C29E6F42-CA0A-41D9-9945-781B42C686C5}" srcOrd="0" destOrd="0" parTransId="{4A678872-A1F4-4A38-A86F-80B19808E526}" sibTransId="{5574754F-C965-498B-ACDC-AF230EEFECD9}"/>
    <dgm:cxn modelId="{426E3A87-8D16-4071-88FF-8512F6A1F27A}" type="presParOf" srcId="{C1AB8669-8516-4753-A935-BF3A9FF96E3A}" destId="{935FD149-B1C9-4E21-807F-C93C1E00496C}" srcOrd="0" destOrd="0" presId="urn:microsoft.com/office/officeart/2008/layout/LinedList"/>
    <dgm:cxn modelId="{5C6651E1-0CBD-43A2-95BE-5FB8951E24B8}" type="presParOf" srcId="{C1AB8669-8516-4753-A935-BF3A9FF96E3A}" destId="{7DC07DBD-E0BE-4C5F-95D4-671C514937D3}" srcOrd="1" destOrd="0" presId="urn:microsoft.com/office/officeart/2008/layout/LinedList"/>
    <dgm:cxn modelId="{E09224DD-A6A4-4DDA-86A5-72FECA896A34}" type="presParOf" srcId="{7DC07DBD-E0BE-4C5F-95D4-671C514937D3}" destId="{D6D7E9C1-D0A8-4907-ACCA-34D935A87915}" srcOrd="0" destOrd="0" presId="urn:microsoft.com/office/officeart/2008/layout/LinedList"/>
    <dgm:cxn modelId="{3513D750-DCEB-43EE-8A6D-495CD82A082B}" type="presParOf" srcId="{7DC07DBD-E0BE-4C5F-95D4-671C514937D3}" destId="{47A9F934-AABF-4583-9C92-CBF361FF6D15}" srcOrd="1" destOrd="0" presId="urn:microsoft.com/office/officeart/2008/layout/LinedList"/>
    <dgm:cxn modelId="{73B21CA5-632C-4A20-A951-AEFB2864D7DB}" type="presParOf" srcId="{C1AB8669-8516-4753-A935-BF3A9FF96E3A}" destId="{C945B3B9-5F9C-4A10-8E5E-ADA10BDD2C18}" srcOrd="2" destOrd="0" presId="urn:microsoft.com/office/officeart/2008/layout/LinedList"/>
    <dgm:cxn modelId="{8035B5E8-5D19-455F-90C1-6BB02FA62663}" type="presParOf" srcId="{C1AB8669-8516-4753-A935-BF3A9FF96E3A}" destId="{C2D47256-35F0-4F73-9241-D0967A2E2236}" srcOrd="3" destOrd="0" presId="urn:microsoft.com/office/officeart/2008/layout/LinedList"/>
    <dgm:cxn modelId="{FEEE04B1-83D3-4D90-853E-AAE1A734A498}" type="presParOf" srcId="{C2D47256-35F0-4F73-9241-D0967A2E2236}" destId="{F46B1F12-F574-46D7-B07B-E7CFED7E1A07}" srcOrd="0" destOrd="0" presId="urn:microsoft.com/office/officeart/2008/layout/LinedList"/>
    <dgm:cxn modelId="{88457C2E-CD23-40B7-84CC-A1902A280E0B}" type="presParOf" srcId="{C2D47256-35F0-4F73-9241-D0967A2E2236}" destId="{9823609E-825F-4434-89CB-305B385B2739}" srcOrd="1" destOrd="0" presId="urn:microsoft.com/office/officeart/2008/layout/LinedList"/>
    <dgm:cxn modelId="{C4C8038F-5A99-41E1-82B3-35AE0ECC2909}" type="presParOf" srcId="{C1AB8669-8516-4753-A935-BF3A9FF96E3A}" destId="{CE767940-22CC-447D-B51C-300D8AAAC660}" srcOrd="4" destOrd="0" presId="urn:microsoft.com/office/officeart/2008/layout/LinedList"/>
    <dgm:cxn modelId="{A27022F6-809E-41EC-833A-34A89B654824}" type="presParOf" srcId="{C1AB8669-8516-4753-A935-BF3A9FF96E3A}" destId="{07CB740E-9095-468C-8242-4958788C0A12}" srcOrd="5" destOrd="0" presId="urn:microsoft.com/office/officeart/2008/layout/LinedList"/>
    <dgm:cxn modelId="{A3AF5D92-F680-4759-8302-2BFA2C6F064E}" type="presParOf" srcId="{07CB740E-9095-468C-8242-4958788C0A12}" destId="{5B1B3606-9656-439D-B2E0-392E65EB970C}" srcOrd="0" destOrd="0" presId="urn:microsoft.com/office/officeart/2008/layout/LinedList"/>
    <dgm:cxn modelId="{6DB46071-37DB-4022-87E5-00D43EBD1363}" type="presParOf" srcId="{07CB740E-9095-468C-8242-4958788C0A12}" destId="{36A64940-D5F9-498F-90D4-A06E329A798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B10407F-191D-44EC-A3C5-69647440BFC9}" type="doc">
      <dgm:prSet loTypeId="urn:microsoft.com/office/officeart/2008/layout/LinedList" loCatId="list" qsTypeId="urn:microsoft.com/office/officeart/2005/8/quickstyle/simple4" qsCatId="simple" csTypeId="urn:microsoft.com/office/officeart/2005/8/colors/accent6_2" csCatId="accent6" phldr="1"/>
      <dgm:spPr/>
      <dgm:t>
        <a:bodyPr/>
        <a:lstStyle/>
        <a:p>
          <a:endParaRPr lang="en-US"/>
        </a:p>
      </dgm:t>
    </dgm:pt>
    <dgm:pt modelId="{4A266DF3-F699-481D-952B-06E94865913D}">
      <dgm:prSet custT="1"/>
      <dgm:spPr/>
      <dgm:t>
        <a:bodyPr/>
        <a:lstStyle/>
        <a:p>
          <a:r>
            <a:rPr lang="en-US" sz="2000" b="1" i="0" dirty="0" smtClean="0"/>
            <a:t>The final sentence that wraps up the paragraph or transitions to the next one</a:t>
          </a:r>
          <a:r>
            <a:rPr lang="en-US" sz="2000" b="0" i="0" dirty="0" smtClean="0"/>
            <a:t>.</a:t>
          </a:r>
          <a:endParaRPr lang="en-US" sz="2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9FC4C72-0240-44CF-8C29-7E4727E8C7E6}" type="parTrans" cxnId="{40A842E7-7BD1-4C4C-BC2D-27ADB1F124AC}">
      <dgm:prSet/>
      <dgm:spPr/>
      <dgm:t>
        <a:bodyPr/>
        <a:lstStyle/>
        <a:p>
          <a:endParaRPr lang="en-US" sz="2000"/>
        </a:p>
      </dgm:t>
    </dgm:pt>
    <dgm:pt modelId="{E43F7441-9245-4528-B8F7-2C400412818E}" type="sibTrans" cxnId="{40A842E7-7BD1-4C4C-BC2D-27ADB1F124AC}">
      <dgm:prSet/>
      <dgm:spPr/>
      <dgm:t>
        <a:bodyPr/>
        <a:lstStyle/>
        <a:p>
          <a:endParaRPr lang="en-US" sz="2000"/>
        </a:p>
      </dgm:t>
    </dgm:pt>
    <dgm:pt modelId="{2CF47F9E-2E79-4943-B915-7294325FA69F}">
      <dgm:prSet custT="1"/>
      <dgm:spPr/>
      <dgm:t>
        <a:bodyPr/>
        <a:lstStyle/>
        <a:p>
          <a:endParaRPr lang="en-US" sz="2000" b="0" i="0" dirty="0" smtClean="0">
            <a:solidFill>
              <a:srgbClr val="00B050"/>
            </a:solidFill>
            <a:latin typeface="Bahnschrift Light" panose="020B0502040204020203" pitchFamily="34" charset="0"/>
          </a:endParaRPr>
        </a:p>
        <a:p>
          <a:r>
            <a:rPr lang="en-US" sz="2000" b="0" i="0" dirty="0" smtClean="0">
              <a:solidFill>
                <a:srgbClr val="00B050"/>
              </a:solidFill>
              <a:latin typeface="Arial Black" panose="020B0A04020102020204" pitchFamily="34" charset="0"/>
            </a:rPr>
            <a:t>DO</a:t>
          </a:r>
          <a:r>
            <a:rPr lang="en-US" sz="2000" dirty="0" smtClean="0">
              <a:solidFill>
                <a:srgbClr val="00B050"/>
              </a:solidFill>
              <a:latin typeface="Bahnschrift Light" panose="020B0502040204020203" pitchFamily="34" charset="0"/>
            </a:rPr>
            <a:t/>
          </a:r>
          <a:br>
            <a:rPr lang="en-US" sz="2000" dirty="0" smtClean="0">
              <a:solidFill>
                <a:srgbClr val="00B050"/>
              </a:solidFill>
              <a:latin typeface="Bahnschrift Light" panose="020B0502040204020203" pitchFamily="34" charset="0"/>
            </a:rPr>
          </a:br>
          <a:r>
            <a:rPr lang="en-US" sz="2000" b="0" i="0" dirty="0" smtClean="0">
              <a:solidFill>
                <a:srgbClr val="00B050"/>
              </a:solidFill>
              <a:latin typeface="Bahnschrift Light" panose="020B0502040204020203" pitchFamily="34" charset="0"/>
            </a:rPr>
            <a:t>- Restate the topic sentence using synonyms.</a:t>
          </a:r>
          <a:r>
            <a:rPr lang="en-US" sz="2000" dirty="0" smtClean="0">
              <a:solidFill>
                <a:srgbClr val="00B050"/>
              </a:solidFill>
              <a:latin typeface="Bahnschrift Light" panose="020B0502040204020203" pitchFamily="34" charset="0"/>
            </a:rPr>
            <a:t/>
          </a:r>
          <a:br>
            <a:rPr lang="en-US" sz="2000" dirty="0" smtClean="0">
              <a:solidFill>
                <a:srgbClr val="00B050"/>
              </a:solidFill>
              <a:latin typeface="Bahnschrift Light" panose="020B0502040204020203" pitchFamily="34" charset="0"/>
            </a:rPr>
          </a:br>
          <a:r>
            <a:rPr lang="en-US" sz="2000" b="0" i="0" dirty="0" smtClean="0">
              <a:solidFill>
                <a:srgbClr val="00B050"/>
              </a:solidFill>
              <a:latin typeface="Bahnschrift Light" panose="020B0502040204020203" pitchFamily="34" charset="0"/>
            </a:rPr>
            <a:t>- Restate the topic sentence using a different kind of sentence.</a:t>
          </a:r>
          <a:r>
            <a:rPr lang="en-US" sz="2000" dirty="0" smtClean="0">
              <a:solidFill>
                <a:srgbClr val="00B050"/>
              </a:solidFill>
              <a:latin typeface="Bahnschrift Light" panose="020B0502040204020203" pitchFamily="34" charset="0"/>
            </a:rPr>
            <a:t/>
          </a:r>
          <a:br>
            <a:rPr lang="en-US" sz="2000" dirty="0" smtClean="0">
              <a:solidFill>
                <a:srgbClr val="00B050"/>
              </a:solidFill>
              <a:latin typeface="Bahnschrift Light" panose="020B0502040204020203" pitchFamily="34" charset="0"/>
            </a:rPr>
          </a:br>
          <a:r>
            <a:rPr lang="en-US" sz="2000" b="0" i="0" dirty="0" smtClean="0">
              <a:solidFill>
                <a:srgbClr val="00B050"/>
              </a:solidFill>
              <a:latin typeface="Bahnschrift Light" panose="020B0502040204020203" pitchFamily="34" charset="0"/>
            </a:rPr>
            <a:t>- Wrap up your paragraph.</a:t>
          </a:r>
          <a:r>
            <a:rPr lang="en-US" sz="2000" dirty="0" smtClean="0">
              <a:solidFill>
                <a:srgbClr val="00B050"/>
              </a:solidFill>
              <a:latin typeface="Bahnschrift Light" panose="020B0502040204020203" pitchFamily="34" charset="0"/>
            </a:rPr>
            <a:t/>
          </a:r>
          <a:br>
            <a:rPr lang="en-US" sz="2000" dirty="0" smtClean="0">
              <a:solidFill>
                <a:srgbClr val="00B050"/>
              </a:solidFill>
              <a:latin typeface="Bahnschrift Light" panose="020B0502040204020203" pitchFamily="34" charset="0"/>
            </a:rPr>
          </a:br>
          <a:r>
            <a:rPr lang="en-US" sz="2000" b="0" i="0" dirty="0" smtClean="0">
              <a:solidFill>
                <a:srgbClr val="00B050"/>
              </a:solidFill>
              <a:latin typeface="Bahnschrift Light" panose="020B0502040204020203" pitchFamily="34" charset="0"/>
            </a:rPr>
            <a:t>- Consider using transition words to signify the end of your paragraph.</a:t>
          </a:r>
          <a:r>
            <a:rPr lang="en-US" sz="2000" dirty="0" smtClean="0">
              <a:solidFill>
                <a:srgbClr val="0070C0"/>
              </a:solidFill>
              <a:latin typeface="Bahnschrift Light" panose="020B0502040204020203" pitchFamily="34" charset="0"/>
            </a:rPr>
            <a:t/>
          </a:r>
          <a:br>
            <a:rPr lang="en-US" sz="2000" dirty="0" smtClean="0">
              <a:solidFill>
                <a:srgbClr val="0070C0"/>
              </a:solidFill>
              <a:latin typeface="Bahnschrift Light" panose="020B0502040204020203" pitchFamily="34" charset="0"/>
            </a:rPr>
          </a:br>
          <a:r>
            <a:rPr lang="en-US" sz="2000" dirty="0" smtClean="0">
              <a:solidFill>
                <a:srgbClr val="0070C0"/>
              </a:solidFill>
              <a:latin typeface="Bahnschrift Light" panose="020B0502040204020203" pitchFamily="34" charset="0"/>
            </a:rPr>
            <a:t/>
          </a:r>
          <a:br>
            <a:rPr lang="en-US" sz="2000" dirty="0" smtClean="0">
              <a:solidFill>
                <a:srgbClr val="0070C0"/>
              </a:solidFill>
              <a:latin typeface="Bahnschrift Light" panose="020B0502040204020203" pitchFamily="34" charset="0"/>
            </a:rPr>
          </a:br>
          <a:r>
            <a:rPr lang="en-US" sz="2000" b="0" i="0" dirty="0" smtClean="0">
              <a:solidFill>
                <a:srgbClr val="FF0000"/>
              </a:solidFill>
              <a:latin typeface="Arial Black" panose="020B0A04020102020204" pitchFamily="34" charset="0"/>
            </a:rPr>
            <a:t>DON'T</a:t>
          </a:r>
          <a:r>
            <a:rPr lang="en-US" sz="2000" dirty="0" smtClean="0">
              <a:solidFill>
                <a:srgbClr val="FF0000"/>
              </a:solidFill>
              <a:latin typeface="Bahnschrift Light" panose="020B0502040204020203" pitchFamily="34" charset="0"/>
            </a:rPr>
            <a:t/>
          </a:r>
          <a:br>
            <a:rPr lang="en-US" sz="2000" dirty="0" smtClean="0">
              <a:solidFill>
                <a:srgbClr val="FF0000"/>
              </a:solidFill>
              <a:latin typeface="Bahnschrift Light" panose="020B0502040204020203" pitchFamily="34" charset="0"/>
            </a:rPr>
          </a:br>
          <a:r>
            <a:rPr lang="en-US" sz="2000" b="0" i="0" dirty="0" smtClean="0">
              <a:solidFill>
                <a:srgbClr val="FF0000"/>
              </a:solidFill>
              <a:latin typeface="Bahnschrift Light" panose="020B0502040204020203" pitchFamily="34" charset="0"/>
            </a:rPr>
            <a:t>- Copy the exact wording of the topic sentence.</a:t>
          </a:r>
          <a:r>
            <a:rPr lang="en-US" sz="2000" dirty="0" smtClean="0">
              <a:solidFill>
                <a:srgbClr val="FF0000"/>
              </a:solidFill>
              <a:latin typeface="Bahnschrift Light" panose="020B0502040204020203" pitchFamily="34" charset="0"/>
            </a:rPr>
            <a:t/>
          </a:r>
          <a:br>
            <a:rPr lang="en-US" sz="2000" dirty="0" smtClean="0">
              <a:solidFill>
                <a:srgbClr val="FF0000"/>
              </a:solidFill>
              <a:latin typeface="Bahnschrift Light" panose="020B0502040204020203" pitchFamily="34" charset="0"/>
            </a:rPr>
          </a:br>
          <a:r>
            <a:rPr lang="en-US" sz="2000" b="0" i="0" dirty="0" smtClean="0">
              <a:solidFill>
                <a:srgbClr val="FF0000"/>
              </a:solidFill>
              <a:latin typeface="Bahnschrift Light" panose="020B0502040204020203" pitchFamily="34" charset="0"/>
            </a:rPr>
            <a:t>- Include a new topic.</a:t>
          </a:r>
          <a:r>
            <a:rPr lang="en-US" sz="2000" dirty="0" smtClean="0">
              <a:solidFill>
                <a:srgbClr val="FF0000"/>
              </a:solidFill>
              <a:latin typeface="Bahnschrift Light" panose="020B0502040204020203" pitchFamily="34" charset="0"/>
            </a:rPr>
            <a:t/>
          </a:r>
          <a:br>
            <a:rPr lang="en-US" sz="2000" dirty="0" smtClean="0">
              <a:solidFill>
                <a:srgbClr val="FF0000"/>
              </a:solidFill>
              <a:latin typeface="Bahnschrift Light" panose="020B0502040204020203" pitchFamily="34" charset="0"/>
            </a:rPr>
          </a:br>
          <a:r>
            <a:rPr lang="en-US" sz="2000" b="0" i="0" dirty="0" smtClean="0">
              <a:solidFill>
                <a:srgbClr val="FF0000"/>
              </a:solidFill>
              <a:latin typeface="Bahnschrift Light" panose="020B0502040204020203" pitchFamily="34" charset="0"/>
            </a:rPr>
            <a:t>- Focus on a small idea.</a:t>
          </a:r>
          <a:r>
            <a:rPr lang="en-US" sz="2000" dirty="0" smtClean="0">
              <a:solidFill>
                <a:srgbClr val="FF0000"/>
              </a:solidFill>
              <a:latin typeface="Bahnschrift Light" panose="020B0502040204020203" pitchFamily="34" charset="0"/>
            </a:rPr>
            <a:t/>
          </a:r>
          <a:br>
            <a:rPr lang="en-US" sz="2000" dirty="0" smtClean="0">
              <a:solidFill>
                <a:srgbClr val="FF0000"/>
              </a:solidFill>
              <a:latin typeface="Bahnschrift Light" panose="020B0502040204020203" pitchFamily="34" charset="0"/>
            </a:rPr>
          </a:br>
          <a:r>
            <a:rPr lang="en-US" sz="2000" b="0" i="0" dirty="0" smtClean="0">
              <a:solidFill>
                <a:srgbClr val="FF0000"/>
              </a:solidFill>
              <a:latin typeface="Bahnschrift Light" panose="020B0502040204020203" pitchFamily="34" charset="0"/>
            </a:rPr>
            <a:t>- Start the sentence with, And now you know.. That is the reason... That's what I learned about... or And that's why...</a:t>
          </a:r>
          <a:r>
            <a:rPr lang="en-US" sz="2000" dirty="0" smtClean="0">
              <a:solidFill>
                <a:srgbClr val="FF0000"/>
              </a:solidFill>
              <a:latin typeface="Bahnschrift Light" panose="020B0502040204020203" pitchFamily="34" charset="0"/>
            </a:rPr>
            <a:t/>
          </a:r>
          <a:br>
            <a:rPr lang="en-US" sz="2000" dirty="0" smtClean="0">
              <a:solidFill>
                <a:srgbClr val="FF0000"/>
              </a:solidFill>
              <a:latin typeface="Bahnschrift Light" panose="020B0502040204020203" pitchFamily="34" charset="0"/>
            </a:rPr>
          </a:br>
          <a:endParaRPr lang="en-US" sz="2000" dirty="0">
            <a:solidFill>
              <a:srgbClr val="FF0000"/>
            </a:solidFill>
            <a:latin typeface="Bahnschrift Light" panose="020B0502040204020203" pitchFamily="34" charset="0"/>
            <a:cs typeface="Times New Roman" panose="02020603050405020304" pitchFamily="18" charset="0"/>
          </a:endParaRPr>
        </a:p>
      </dgm:t>
    </dgm:pt>
    <dgm:pt modelId="{8038E66A-A2E9-4C55-B7BE-BBCA0027BB15}" type="parTrans" cxnId="{EF6D31FF-0ADB-4198-B8D7-A2D277CDA1E4}">
      <dgm:prSet/>
      <dgm:spPr/>
      <dgm:t>
        <a:bodyPr/>
        <a:lstStyle/>
        <a:p>
          <a:endParaRPr lang="en-US" sz="2000"/>
        </a:p>
      </dgm:t>
    </dgm:pt>
    <dgm:pt modelId="{443A7059-3088-4AFD-8329-3CF4572FB1E5}" type="sibTrans" cxnId="{EF6D31FF-0ADB-4198-B8D7-A2D277CDA1E4}">
      <dgm:prSet/>
      <dgm:spPr/>
      <dgm:t>
        <a:bodyPr/>
        <a:lstStyle/>
        <a:p>
          <a:endParaRPr lang="en-US" sz="2000"/>
        </a:p>
      </dgm:t>
    </dgm:pt>
    <dgm:pt modelId="{22B5111B-463D-47D1-954F-127C30012F9F}" type="pres">
      <dgm:prSet presAssocID="{6B10407F-191D-44EC-A3C5-69647440BFC9}" presName="vert0" presStyleCnt="0">
        <dgm:presLayoutVars>
          <dgm:dir/>
          <dgm:animOne val="branch"/>
          <dgm:animLvl val="lvl"/>
        </dgm:presLayoutVars>
      </dgm:prSet>
      <dgm:spPr/>
      <dgm:t>
        <a:bodyPr/>
        <a:lstStyle/>
        <a:p>
          <a:endParaRPr lang="en-US"/>
        </a:p>
      </dgm:t>
    </dgm:pt>
    <dgm:pt modelId="{D3985387-25A2-4EB6-99AD-2664D2661A5C}" type="pres">
      <dgm:prSet presAssocID="{4A266DF3-F699-481D-952B-06E94865913D}" presName="thickLine" presStyleLbl="alignNode1" presStyleIdx="0" presStyleCnt="2"/>
      <dgm:spPr/>
    </dgm:pt>
    <dgm:pt modelId="{D93FF54B-7422-4E12-8F54-0440562FEA00}" type="pres">
      <dgm:prSet presAssocID="{4A266DF3-F699-481D-952B-06E94865913D}" presName="horz1" presStyleCnt="0"/>
      <dgm:spPr/>
    </dgm:pt>
    <dgm:pt modelId="{3844A50A-7598-4C44-A3FD-CCE61E6BCEA0}" type="pres">
      <dgm:prSet presAssocID="{4A266DF3-F699-481D-952B-06E94865913D}" presName="tx1" presStyleLbl="revTx" presStyleIdx="0" presStyleCnt="2"/>
      <dgm:spPr/>
      <dgm:t>
        <a:bodyPr/>
        <a:lstStyle/>
        <a:p>
          <a:endParaRPr lang="en-US"/>
        </a:p>
      </dgm:t>
    </dgm:pt>
    <dgm:pt modelId="{52264B7A-13F0-4086-9BFF-154C471D9488}" type="pres">
      <dgm:prSet presAssocID="{4A266DF3-F699-481D-952B-06E94865913D}" presName="vert1" presStyleCnt="0"/>
      <dgm:spPr/>
    </dgm:pt>
    <dgm:pt modelId="{21F0FAD5-6728-4F07-BD11-BDCB5203752E}" type="pres">
      <dgm:prSet presAssocID="{2CF47F9E-2E79-4943-B915-7294325FA69F}" presName="thickLine" presStyleLbl="alignNode1" presStyleIdx="1" presStyleCnt="2"/>
      <dgm:spPr/>
    </dgm:pt>
    <dgm:pt modelId="{D60896B3-6B3B-4EA1-86E9-8878E22462F7}" type="pres">
      <dgm:prSet presAssocID="{2CF47F9E-2E79-4943-B915-7294325FA69F}" presName="horz1" presStyleCnt="0"/>
      <dgm:spPr/>
    </dgm:pt>
    <dgm:pt modelId="{B25910CC-206E-4E0F-89B2-D3D11B4A3972}" type="pres">
      <dgm:prSet presAssocID="{2CF47F9E-2E79-4943-B915-7294325FA69F}" presName="tx1" presStyleLbl="revTx" presStyleIdx="1" presStyleCnt="2" custScaleY="300293"/>
      <dgm:spPr/>
      <dgm:t>
        <a:bodyPr/>
        <a:lstStyle/>
        <a:p>
          <a:endParaRPr lang="en-US"/>
        </a:p>
      </dgm:t>
    </dgm:pt>
    <dgm:pt modelId="{8740A828-E63A-45B0-8418-7F668A04EF89}" type="pres">
      <dgm:prSet presAssocID="{2CF47F9E-2E79-4943-B915-7294325FA69F}" presName="vert1" presStyleCnt="0"/>
      <dgm:spPr/>
    </dgm:pt>
  </dgm:ptLst>
  <dgm:cxnLst>
    <dgm:cxn modelId="{40A842E7-7BD1-4C4C-BC2D-27ADB1F124AC}" srcId="{6B10407F-191D-44EC-A3C5-69647440BFC9}" destId="{4A266DF3-F699-481D-952B-06E94865913D}" srcOrd="0" destOrd="0" parTransId="{59FC4C72-0240-44CF-8C29-7E4727E8C7E6}" sibTransId="{E43F7441-9245-4528-B8F7-2C400412818E}"/>
    <dgm:cxn modelId="{2D6F5465-8C1A-4E71-809F-8D7261E79A1D}" type="presOf" srcId="{2CF47F9E-2E79-4943-B915-7294325FA69F}" destId="{B25910CC-206E-4E0F-89B2-D3D11B4A3972}" srcOrd="0" destOrd="0" presId="urn:microsoft.com/office/officeart/2008/layout/LinedList"/>
    <dgm:cxn modelId="{EF6D31FF-0ADB-4198-B8D7-A2D277CDA1E4}" srcId="{6B10407F-191D-44EC-A3C5-69647440BFC9}" destId="{2CF47F9E-2E79-4943-B915-7294325FA69F}" srcOrd="1" destOrd="0" parTransId="{8038E66A-A2E9-4C55-B7BE-BBCA0027BB15}" sibTransId="{443A7059-3088-4AFD-8329-3CF4572FB1E5}"/>
    <dgm:cxn modelId="{71B14908-DFD0-4B52-A569-796A61CDEA6D}" type="presOf" srcId="{4A266DF3-F699-481D-952B-06E94865913D}" destId="{3844A50A-7598-4C44-A3FD-CCE61E6BCEA0}" srcOrd="0" destOrd="0" presId="urn:microsoft.com/office/officeart/2008/layout/LinedList"/>
    <dgm:cxn modelId="{FFED8F60-F3D0-41E6-94FC-E9AB154C2B38}" type="presOf" srcId="{6B10407F-191D-44EC-A3C5-69647440BFC9}" destId="{22B5111B-463D-47D1-954F-127C30012F9F}" srcOrd="0" destOrd="0" presId="urn:microsoft.com/office/officeart/2008/layout/LinedList"/>
    <dgm:cxn modelId="{3987093D-53E7-4975-A887-090D5D176C22}" type="presParOf" srcId="{22B5111B-463D-47D1-954F-127C30012F9F}" destId="{D3985387-25A2-4EB6-99AD-2664D2661A5C}" srcOrd="0" destOrd="0" presId="urn:microsoft.com/office/officeart/2008/layout/LinedList"/>
    <dgm:cxn modelId="{4F2E58A3-613C-4528-A234-71B5E6437DE8}" type="presParOf" srcId="{22B5111B-463D-47D1-954F-127C30012F9F}" destId="{D93FF54B-7422-4E12-8F54-0440562FEA00}" srcOrd="1" destOrd="0" presId="urn:microsoft.com/office/officeart/2008/layout/LinedList"/>
    <dgm:cxn modelId="{CC4F92C3-0662-4B99-85AE-8CDFF335B722}" type="presParOf" srcId="{D93FF54B-7422-4E12-8F54-0440562FEA00}" destId="{3844A50A-7598-4C44-A3FD-CCE61E6BCEA0}" srcOrd="0" destOrd="0" presId="urn:microsoft.com/office/officeart/2008/layout/LinedList"/>
    <dgm:cxn modelId="{2CC6B806-82C6-41CE-A4CA-41827D2106FA}" type="presParOf" srcId="{D93FF54B-7422-4E12-8F54-0440562FEA00}" destId="{52264B7A-13F0-4086-9BFF-154C471D9488}" srcOrd="1" destOrd="0" presId="urn:microsoft.com/office/officeart/2008/layout/LinedList"/>
    <dgm:cxn modelId="{44672061-F810-4DC7-A9AA-25A2FFC2E35D}" type="presParOf" srcId="{22B5111B-463D-47D1-954F-127C30012F9F}" destId="{21F0FAD5-6728-4F07-BD11-BDCB5203752E}" srcOrd="2" destOrd="0" presId="urn:microsoft.com/office/officeart/2008/layout/LinedList"/>
    <dgm:cxn modelId="{A4150AD9-D227-41CB-9459-9F97508F62F5}" type="presParOf" srcId="{22B5111B-463D-47D1-954F-127C30012F9F}" destId="{D60896B3-6B3B-4EA1-86E9-8878E22462F7}" srcOrd="3" destOrd="0" presId="urn:microsoft.com/office/officeart/2008/layout/LinedList"/>
    <dgm:cxn modelId="{CD9C95CD-D2E1-4AF5-A657-5589FE4DDA6E}" type="presParOf" srcId="{D60896B3-6B3B-4EA1-86E9-8878E22462F7}" destId="{B25910CC-206E-4E0F-89B2-D3D11B4A3972}" srcOrd="0" destOrd="0" presId="urn:microsoft.com/office/officeart/2008/layout/LinedList"/>
    <dgm:cxn modelId="{74E50DA4-94FC-4724-9B29-112E0A6BE427}" type="presParOf" srcId="{D60896B3-6B3B-4EA1-86E9-8878E22462F7}" destId="{8740A828-E63A-45B0-8418-7F668A04EF89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5FD149-B1C9-4E21-807F-C93C1E00496C}">
      <dsp:nvSpPr>
        <dsp:cNvPr id="0" name=""/>
        <dsp:cNvSpPr/>
      </dsp:nvSpPr>
      <dsp:spPr>
        <a:xfrm>
          <a:off x="0" y="2353"/>
          <a:ext cx="5994400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D7E9C1-D0A8-4907-ACCA-34D935A87915}">
      <dsp:nvSpPr>
        <dsp:cNvPr id="0" name=""/>
        <dsp:cNvSpPr/>
      </dsp:nvSpPr>
      <dsp:spPr>
        <a:xfrm>
          <a:off x="0" y="2353"/>
          <a:ext cx="5994400" cy="11294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lvl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b="0" i="0" kern="1200" dirty="0" smtClean="0">
              <a:solidFill>
                <a:schemeClr val="accent5">
                  <a:lumMod val="75000"/>
                </a:schemeClr>
              </a:solidFill>
            </a:rPr>
            <a:t>The first sentence of a paragraph that states the main idea.</a:t>
          </a:r>
          <a:endParaRPr lang="en-US" sz="3900" kern="1200" dirty="0">
            <a:solidFill>
              <a:schemeClr val="accent5">
                <a:lumMod val="75000"/>
              </a:schemeClr>
            </a:solidFill>
          </a:endParaRPr>
        </a:p>
      </dsp:txBody>
      <dsp:txXfrm>
        <a:off x="0" y="2353"/>
        <a:ext cx="5994400" cy="1129453"/>
      </dsp:txXfrm>
    </dsp:sp>
    <dsp:sp modelId="{C945B3B9-5F9C-4A10-8E5E-ADA10BDD2C18}">
      <dsp:nvSpPr>
        <dsp:cNvPr id="0" name=""/>
        <dsp:cNvSpPr/>
      </dsp:nvSpPr>
      <dsp:spPr>
        <a:xfrm>
          <a:off x="0" y="1131807"/>
          <a:ext cx="5994400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6B1F12-F574-46D7-B07B-E7CFED7E1A07}">
      <dsp:nvSpPr>
        <dsp:cNvPr id="0" name=""/>
        <dsp:cNvSpPr/>
      </dsp:nvSpPr>
      <dsp:spPr>
        <a:xfrm>
          <a:off x="0" y="1131807"/>
          <a:ext cx="5988546" cy="17964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lvl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800" b="0" i="0" kern="1200" dirty="0" smtClean="0"/>
        </a:p>
        <a:p>
          <a:pPr lvl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b="0" i="0" kern="1200" dirty="0" smtClean="0">
              <a:solidFill>
                <a:srgbClr val="002060"/>
              </a:solidFill>
            </a:rPr>
            <a:t>The author's message about the topic</a:t>
          </a:r>
          <a:endParaRPr lang="en-US" sz="2800" kern="1200" dirty="0">
            <a:solidFill>
              <a:srgbClr val="002060"/>
            </a:solidFill>
          </a:endParaRPr>
        </a:p>
      </dsp:txBody>
      <dsp:txXfrm>
        <a:off x="0" y="1131807"/>
        <a:ext cx="5988546" cy="1796440"/>
      </dsp:txXfrm>
    </dsp:sp>
    <dsp:sp modelId="{CE767940-22CC-447D-B51C-300D8AAAC660}">
      <dsp:nvSpPr>
        <dsp:cNvPr id="0" name=""/>
        <dsp:cNvSpPr/>
      </dsp:nvSpPr>
      <dsp:spPr>
        <a:xfrm>
          <a:off x="0" y="2928247"/>
          <a:ext cx="5994400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1B3606-9656-439D-B2E0-392E65EB970C}">
      <dsp:nvSpPr>
        <dsp:cNvPr id="0" name=""/>
        <dsp:cNvSpPr/>
      </dsp:nvSpPr>
      <dsp:spPr>
        <a:xfrm>
          <a:off x="0" y="2928247"/>
          <a:ext cx="5988546" cy="20014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lvl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b="0" i="0" kern="1200" dirty="0" smtClean="0">
              <a:solidFill>
                <a:schemeClr val="accent5">
                  <a:lumMod val="75000"/>
                </a:schemeClr>
              </a:solidFill>
            </a:rPr>
            <a:t>A good topic sentence is specific enough to give a clear sense of what to expect from the paragraph, but general enough that it doesn't give everything away.</a:t>
          </a:r>
          <a:endParaRPr lang="en-US" sz="2800" i="0" kern="1200" dirty="0">
            <a:solidFill>
              <a:schemeClr val="accent5">
                <a:lumMod val="75000"/>
              </a:schemeClr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0" y="2928247"/>
        <a:ext cx="5988546" cy="200142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985387-25A2-4EB6-99AD-2664D2661A5C}">
      <dsp:nvSpPr>
        <dsp:cNvPr id="0" name=""/>
        <dsp:cNvSpPr/>
      </dsp:nvSpPr>
      <dsp:spPr>
        <a:xfrm>
          <a:off x="0" y="417"/>
          <a:ext cx="4940166" cy="0"/>
        </a:xfrm>
        <a:prstGeom prst="line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 w="6350" cap="flat" cmpd="sng" algn="in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844A50A-7598-4C44-A3FD-CCE61E6BCEA0}">
      <dsp:nvSpPr>
        <dsp:cNvPr id="0" name=""/>
        <dsp:cNvSpPr/>
      </dsp:nvSpPr>
      <dsp:spPr>
        <a:xfrm>
          <a:off x="0" y="417"/>
          <a:ext cx="4940166" cy="8512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i="0" kern="1200" dirty="0" smtClean="0"/>
            <a:t>The final sentence that wraps up the paragraph or transitions to the next one</a:t>
          </a:r>
          <a:r>
            <a:rPr lang="en-US" sz="2000" b="0" i="0" kern="1200" dirty="0" smtClean="0"/>
            <a:t>.</a:t>
          </a:r>
          <a:endParaRPr lang="en-US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0" y="417"/>
        <a:ext cx="4940166" cy="851269"/>
      </dsp:txXfrm>
    </dsp:sp>
    <dsp:sp modelId="{21F0FAD5-6728-4F07-BD11-BDCB5203752E}">
      <dsp:nvSpPr>
        <dsp:cNvPr id="0" name=""/>
        <dsp:cNvSpPr/>
      </dsp:nvSpPr>
      <dsp:spPr>
        <a:xfrm>
          <a:off x="0" y="851686"/>
          <a:ext cx="4940166" cy="0"/>
        </a:xfrm>
        <a:prstGeom prst="line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 w="6350" cap="flat" cmpd="sng" algn="in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25910CC-206E-4E0F-89B2-D3D11B4A3972}">
      <dsp:nvSpPr>
        <dsp:cNvPr id="0" name=""/>
        <dsp:cNvSpPr/>
      </dsp:nvSpPr>
      <dsp:spPr>
        <a:xfrm>
          <a:off x="0" y="851686"/>
          <a:ext cx="4935341" cy="25563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000" b="0" i="0" kern="1200" dirty="0" smtClean="0">
            <a:solidFill>
              <a:srgbClr val="00B050"/>
            </a:solidFill>
            <a:latin typeface="Bahnschrift Light" panose="020B0502040204020203" pitchFamily="34" charset="0"/>
          </a:endParaRPr>
        </a:p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0" i="0" kern="1200" dirty="0" smtClean="0">
              <a:solidFill>
                <a:srgbClr val="00B050"/>
              </a:solidFill>
              <a:latin typeface="Arial Black" panose="020B0A04020102020204" pitchFamily="34" charset="0"/>
            </a:rPr>
            <a:t>DO</a:t>
          </a:r>
          <a:r>
            <a:rPr lang="en-US" sz="2000" kern="1200" dirty="0" smtClean="0">
              <a:solidFill>
                <a:srgbClr val="00B050"/>
              </a:solidFill>
              <a:latin typeface="Bahnschrift Light" panose="020B0502040204020203" pitchFamily="34" charset="0"/>
            </a:rPr>
            <a:t/>
          </a:r>
          <a:br>
            <a:rPr lang="en-US" sz="2000" kern="1200" dirty="0" smtClean="0">
              <a:solidFill>
                <a:srgbClr val="00B050"/>
              </a:solidFill>
              <a:latin typeface="Bahnschrift Light" panose="020B0502040204020203" pitchFamily="34" charset="0"/>
            </a:rPr>
          </a:br>
          <a:r>
            <a:rPr lang="en-US" sz="2000" b="0" i="0" kern="1200" dirty="0" smtClean="0">
              <a:solidFill>
                <a:srgbClr val="00B050"/>
              </a:solidFill>
              <a:latin typeface="Bahnschrift Light" panose="020B0502040204020203" pitchFamily="34" charset="0"/>
            </a:rPr>
            <a:t>- Restate the topic sentence using synonyms.</a:t>
          </a:r>
          <a:r>
            <a:rPr lang="en-US" sz="2000" kern="1200" dirty="0" smtClean="0">
              <a:solidFill>
                <a:srgbClr val="00B050"/>
              </a:solidFill>
              <a:latin typeface="Bahnschrift Light" panose="020B0502040204020203" pitchFamily="34" charset="0"/>
            </a:rPr>
            <a:t/>
          </a:r>
          <a:br>
            <a:rPr lang="en-US" sz="2000" kern="1200" dirty="0" smtClean="0">
              <a:solidFill>
                <a:srgbClr val="00B050"/>
              </a:solidFill>
              <a:latin typeface="Bahnschrift Light" panose="020B0502040204020203" pitchFamily="34" charset="0"/>
            </a:rPr>
          </a:br>
          <a:r>
            <a:rPr lang="en-US" sz="2000" b="0" i="0" kern="1200" dirty="0" smtClean="0">
              <a:solidFill>
                <a:srgbClr val="00B050"/>
              </a:solidFill>
              <a:latin typeface="Bahnschrift Light" panose="020B0502040204020203" pitchFamily="34" charset="0"/>
            </a:rPr>
            <a:t>- Restate the topic sentence using a different kind of sentence.</a:t>
          </a:r>
          <a:r>
            <a:rPr lang="en-US" sz="2000" kern="1200" dirty="0" smtClean="0">
              <a:solidFill>
                <a:srgbClr val="00B050"/>
              </a:solidFill>
              <a:latin typeface="Bahnschrift Light" panose="020B0502040204020203" pitchFamily="34" charset="0"/>
            </a:rPr>
            <a:t/>
          </a:r>
          <a:br>
            <a:rPr lang="en-US" sz="2000" kern="1200" dirty="0" smtClean="0">
              <a:solidFill>
                <a:srgbClr val="00B050"/>
              </a:solidFill>
              <a:latin typeface="Bahnschrift Light" panose="020B0502040204020203" pitchFamily="34" charset="0"/>
            </a:rPr>
          </a:br>
          <a:r>
            <a:rPr lang="en-US" sz="2000" b="0" i="0" kern="1200" dirty="0" smtClean="0">
              <a:solidFill>
                <a:srgbClr val="00B050"/>
              </a:solidFill>
              <a:latin typeface="Bahnschrift Light" panose="020B0502040204020203" pitchFamily="34" charset="0"/>
            </a:rPr>
            <a:t>- Wrap up your paragraph.</a:t>
          </a:r>
          <a:r>
            <a:rPr lang="en-US" sz="2000" kern="1200" dirty="0" smtClean="0">
              <a:solidFill>
                <a:srgbClr val="00B050"/>
              </a:solidFill>
              <a:latin typeface="Bahnschrift Light" panose="020B0502040204020203" pitchFamily="34" charset="0"/>
            </a:rPr>
            <a:t/>
          </a:r>
          <a:br>
            <a:rPr lang="en-US" sz="2000" kern="1200" dirty="0" smtClean="0">
              <a:solidFill>
                <a:srgbClr val="00B050"/>
              </a:solidFill>
              <a:latin typeface="Bahnschrift Light" panose="020B0502040204020203" pitchFamily="34" charset="0"/>
            </a:rPr>
          </a:br>
          <a:r>
            <a:rPr lang="en-US" sz="2000" b="0" i="0" kern="1200" dirty="0" smtClean="0">
              <a:solidFill>
                <a:srgbClr val="00B050"/>
              </a:solidFill>
              <a:latin typeface="Bahnschrift Light" panose="020B0502040204020203" pitchFamily="34" charset="0"/>
            </a:rPr>
            <a:t>- Consider using transition words to signify the end of your paragraph.</a:t>
          </a:r>
          <a:r>
            <a:rPr lang="en-US" sz="2000" kern="1200" dirty="0" smtClean="0">
              <a:solidFill>
                <a:srgbClr val="0070C0"/>
              </a:solidFill>
              <a:latin typeface="Bahnschrift Light" panose="020B0502040204020203" pitchFamily="34" charset="0"/>
            </a:rPr>
            <a:t/>
          </a:r>
          <a:br>
            <a:rPr lang="en-US" sz="2000" kern="1200" dirty="0" smtClean="0">
              <a:solidFill>
                <a:srgbClr val="0070C0"/>
              </a:solidFill>
              <a:latin typeface="Bahnschrift Light" panose="020B0502040204020203" pitchFamily="34" charset="0"/>
            </a:rPr>
          </a:br>
          <a:r>
            <a:rPr lang="en-US" sz="2000" kern="1200" dirty="0" smtClean="0">
              <a:solidFill>
                <a:srgbClr val="0070C0"/>
              </a:solidFill>
              <a:latin typeface="Bahnschrift Light" panose="020B0502040204020203" pitchFamily="34" charset="0"/>
            </a:rPr>
            <a:t/>
          </a:r>
          <a:br>
            <a:rPr lang="en-US" sz="2000" kern="1200" dirty="0" smtClean="0">
              <a:solidFill>
                <a:srgbClr val="0070C0"/>
              </a:solidFill>
              <a:latin typeface="Bahnschrift Light" panose="020B0502040204020203" pitchFamily="34" charset="0"/>
            </a:rPr>
          </a:br>
          <a:r>
            <a:rPr lang="en-US" sz="2000" b="0" i="0" kern="1200" dirty="0" smtClean="0">
              <a:solidFill>
                <a:srgbClr val="FF0000"/>
              </a:solidFill>
              <a:latin typeface="Arial Black" panose="020B0A04020102020204" pitchFamily="34" charset="0"/>
            </a:rPr>
            <a:t>DON'T</a:t>
          </a:r>
          <a:r>
            <a:rPr lang="en-US" sz="2000" kern="1200" dirty="0" smtClean="0">
              <a:solidFill>
                <a:srgbClr val="FF0000"/>
              </a:solidFill>
              <a:latin typeface="Bahnschrift Light" panose="020B0502040204020203" pitchFamily="34" charset="0"/>
            </a:rPr>
            <a:t/>
          </a:r>
          <a:br>
            <a:rPr lang="en-US" sz="2000" kern="1200" dirty="0" smtClean="0">
              <a:solidFill>
                <a:srgbClr val="FF0000"/>
              </a:solidFill>
              <a:latin typeface="Bahnschrift Light" panose="020B0502040204020203" pitchFamily="34" charset="0"/>
            </a:rPr>
          </a:br>
          <a:r>
            <a:rPr lang="en-US" sz="2000" b="0" i="0" kern="1200" dirty="0" smtClean="0">
              <a:solidFill>
                <a:srgbClr val="FF0000"/>
              </a:solidFill>
              <a:latin typeface="Bahnschrift Light" panose="020B0502040204020203" pitchFamily="34" charset="0"/>
            </a:rPr>
            <a:t>- Copy the exact wording of the topic sentence.</a:t>
          </a:r>
          <a:r>
            <a:rPr lang="en-US" sz="2000" kern="1200" dirty="0" smtClean="0">
              <a:solidFill>
                <a:srgbClr val="FF0000"/>
              </a:solidFill>
              <a:latin typeface="Bahnschrift Light" panose="020B0502040204020203" pitchFamily="34" charset="0"/>
            </a:rPr>
            <a:t/>
          </a:r>
          <a:br>
            <a:rPr lang="en-US" sz="2000" kern="1200" dirty="0" smtClean="0">
              <a:solidFill>
                <a:srgbClr val="FF0000"/>
              </a:solidFill>
              <a:latin typeface="Bahnschrift Light" panose="020B0502040204020203" pitchFamily="34" charset="0"/>
            </a:rPr>
          </a:br>
          <a:r>
            <a:rPr lang="en-US" sz="2000" b="0" i="0" kern="1200" dirty="0" smtClean="0">
              <a:solidFill>
                <a:srgbClr val="FF0000"/>
              </a:solidFill>
              <a:latin typeface="Bahnschrift Light" panose="020B0502040204020203" pitchFamily="34" charset="0"/>
            </a:rPr>
            <a:t>- Include a new topic.</a:t>
          </a:r>
          <a:r>
            <a:rPr lang="en-US" sz="2000" kern="1200" dirty="0" smtClean="0">
              <a:solidFill>
                <a:srgbClr val="FF0000"/>
              </a:solidFill>
              <a:latin typeface="Bahnschrift Light" panose="020B0502040204020203" pitchFamily="34" charset="0"/>
            </a:rPr>
            <a:t/>
          </a:r>
          <a:br>
            <a:rPr lang="en-US" sz="2000" kern="1200" dirty="0" smtClean="0">
              <a:solidFill>
                <a:srgbClr val="FF0000"/>
              </a:solidFill>
              <a:latin typeface="Bahnschrift Light" panose="020B0502040204020203" pitchFamily="34" charset="0"/>
            </a:rPr>
          </a:br>
          <a:r>
            <a:rPr lang="en-US" sz="2000" b="0" i="0" kern="1200" dirty="0" smtClean="0">
              <a:solidFill>
                <a:srgbClr val="FF0000"/>
              </a:solidFill>
              <a:latin typeface="Bahnschrift Light" panose="020B0502040204020203" pitchFamily="34" charset="0"/>
            </a:rPr>
            <a:t>- Focus on a small idea.</a:t>
          </a:r>
          <a:r>
            <a:rPr lang="en-US" sz="2000" kern="1200" dirty="0" smtClean="0">
              <a:solidFill>
                <a:srgbClr val="FF0000"/>
              </a:solidFill>
              <a:latin typeface="Bahnschrift Light" panose="020B0502040204020203" pitchFamily="34" charset="0"/>
            </a:rPr>
            <a:t/>
          </a:r>
          <a:br>
            <a:rPr lang="en-US" sz="2000" kern="1200" dirty="0" smtClean="0">
              <a:solidFill>
                <a:srgbClr val="FF0000"/>
              </a:solidFill>
              <a:latin typeface="Bahnschrift Light" panose="020B0502040204020203" pitchFamily="34" charset="0"/>
            </a:rPr>
          </a:br>
          <a:r>
            <a:rPr lang="en-US" sz="2000" b="0" i="0" kern="1200" dirty="0" smtClean="0">
              <a:solidFill>
                <a:srgbClr val="FF0000"/>
              </a:solidFill>
              <a:latin typeface="Bahnschrift Light" panose="020B0502040204020203" pitchFamily="34" charset="0"/>
            </a:rPr>
            <a:t>- Start the sentence with, And now you know.. That is the reason... That's what I learned about... or And that's why...</a:t>
          </a:r>
          <a:r>
            <a:rPr lang="en-US" sz="2000" kern="1200" dirty="0" smtClean="0">
              <a:solidFill>
                <a:srgbClr val="FF0000"/>
              </a:solidFill>
              <a:latin typeface="Bahnschrift Light" panose="020B0502040204020203" pitchFamily="34" charset="0"/>
            </a:rPr>
            <a:t/>
          </a:r>
          <a:br>
            <a:rPr lang="en-US" sz="2000" kern="1200" dirty="0" smtClean="0">
              <a:solidFill>
                <a:srgbClr val="FF0000"/>
              </a:solidFill>
              <a:latin typeface="Bahnschrift Light" panose="020B0502040204020203" pitchFamily="34" charset="0"/>
            </a:rPr>
          </a:br>
          <a:endParaRPr lang="en-US" sz="2000" kern="1200" dirty="0">
            <a:solidFill>
              <a:srgbClr val="FF0000"/>
            </a:solidFill>
            <a:latin typeface="Bahnschrift Light" panose="020B0502040204020203" pitchFamily="34" charset="0"/>
            <a:cs typeface="Times New Roman" panose="02020603050405020304" pitchFamily="18" charset="0"/>
          </a:endParaRPr>
        </a:p>
      </dsp:txBody>
      <dsp:txXfrm>
        <a:off x="0" y="851686"/>
        <a:ext cx="4935341" cy="25563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xmlns="" id="{D86C3D2F-5A05-4596-A225-FC14565701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F39C051B-F26C-4470-B56C-092B4E1C4CF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E9A1B5-1BE4-4CD6-80C4-143959F034D3}" type="datetimeFigureOut">
              <a:rPr lang="en-US" smtClean="0"/>
              <a:t>5/27/2024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CD59DB8B-3A1C-4291-8A97-C19C5D31C36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9E6310B9-42FE-4FE9-8C0B-5C7382DBB0E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FCFFF0-B784-4FE7-8A38-F89DE294F83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156693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E6120A-21AF-4F12-ABAA-66A70823631B}" type="datetimeFigureOut">
              <a:rPr lang="en-US" smtClean="0"/>
              <a:t>5/27/2024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8C672F-171E-46DC-915C-C7BCF99F5C4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84980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045" y="5979196"/>
            <a:ext cx="8045373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8523" y="6375679"/>
            <a:ext cx="232972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EF63B152-7103-4FFE-90AC-D94EB7F44A7E}" type="datetimeFigureOut">
              <a:rPr lang="en-US" smtClean="0"/>
              <a:t>5/27/2024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218" y="6375679"/>
            <a:ext cx="2329723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299DD5A9-4EF1-497E-92EF-2D23CF305E0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405246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3B152-7103-4FFE-90AC-D94EB7F44A7E}" type="datetimeFigureOut">
              <a:rPr lang="en-US" smtClean="0"/>
              <a:t>5/27/2024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DD5A9-4EF1-497E-92EF-2D23CF305E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96119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2929" y="1073888"/>
            <a:ext cx="8187071" cy="4064627"/>
          </a:xfrm>
        </p:spPr>
        <p:txBody>
          <a:bodyPr anchor="b">
            <a:normAutofit/>
          </a:bodyPr>
          <a:lstStyle>
            <a:lvl1pPr>
              <a:defRPr sz="8400" spc="800" baseline="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930" y="5159781"/>
            <a:ext cx="701748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all" spc="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36546" y="6375679"/>
            <a:ext cx="1493947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EF63B152-7103-4FFE-90AC-D94EB7F44A7E}" type="datetimeFigureOut">
              <a:rPr lang="en-US" smtClean="0"/>
              <a:t>5/27/2024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79064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42434" y="6375679"/>
            <a:ext cx="1487566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299DD5A9-4EF1-497E-92EF-2D23CF305E03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5131944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286000"/>
            <a:ext cx="4800600" cy="36195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3B152-7103-4FFE-90AC-D94EB7F44A7E}" type="datetimeFigureOut">
              <a:rPr lang="en-US" smtClean="0"/>
              <a:t>5/27/2024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DD5A9-4EF1-497E-92EF-2D23CF305E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0274406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3B152-7103-4FFE-90AC-D94EB7F44A7E}" type="datetimeFigureOut">
              <a:rPr lang="en-US" smtClean="0"/>
              <a:t>5/27/2024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DD5A9-4EF1-497E-92EF-2D23CF305E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8323575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3B152-7103-4FFE-90AC-D94EB7F44A7E}" type="datetimeFigureOut">
              <a:rPr lang="en-US" smtClean="0"/>
              <a:t>5/27/2024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DD5A9-4EF1-497E-92EF-2D23CF305E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99352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3B152-7103-4FFE-90AC-D94EB7F44A7E}" type="datetimeFigureOut">
              <a:rPr lang="en-US" smtClean="0"/>
              <a:t>5/27/2024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DD5A9-4EF1-497E-92EF-2D23CF305E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63519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4" y="457199"/>
            <a:ext cx="3092115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cap="all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051" y="920377"/>
            <a:ext cx="6158418" cy="498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5" y="1741336"/>
            <a:ext cx="3092115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051" y="6375679"/>
            <a:ext cx="1233355" cy="348462"/>
          </a:xfrm>
        </p:spPr>
        <p:txBody>
          <a:bodyPr/>
          <a:lstStyle/>
          <a:p>
            <a:fld id="{EF63B152-7103-4FFE-90AC-D94EB7F44A7E}" type="datetimeFigureOut">
              <a:rPr lang="en-US" smtClean="0"/>
              <a:t>5/27/2024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0" y="6375679"/>
            <a:ext cx="3482179" cy="34579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91014" y="6375679"/>
            <a:ext cx="1232456" cy="345796"/>
          </a:xfrm>
        </p:spPr>
        <p:txBody>
          <a:bodyPr/>
          <a:lstStyle/>
          <a:p>
            <a:fld id="{299DD5A9-4EF1-497E-92EF-2D23CF305E0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988637214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3464" y="0"/>
            <a:ext cx="7355585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3" y="457200"/>
            <a:ext cx="3092117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3" y="1741336"/>
            <a:ext cx="3092117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950" y="6375679"/>
            <a:ext cx="1232456" cy="348462"/>
          </a:xfrm>
        </p:spPr>
        <p:txBody>
          <a:bodyPr/>
          <a:lstStyle/>
          <a:p>
            <a:fld id="{EF63B152-7103-4FFE-90AC-D94EB7F44A7E}" type="datetimeFigureOut">
              <a:rPr lang="en-US" smtClean="0"/>
              <a:t>5/27/2024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1" y="6375679"/>
            <a:ext cx="3482178" cy="34579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87568" y="6375679"/>
            <a:ext cx="1234440" cy="345796"/>
          </a:xfrm>
        </p:spPr>
        <p:txBody>
          <a:bodyPr/>
          <a:lstStyle/>
          <a:p>
            <a:fld id="{299DD5A9-4EF1-497E-92EF-2D23CF305E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38376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3B152-7103-4FFE-90AC-D94EB7F44A7E}" type="datetimeFigureOut">
              <a:rPr lang="en-US" smtClean="0"/>
              <a:t>5/27/2024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DD5A9-4EF1-497E-92EF-2D23CF305E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2191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6321" y="382386"/>
            <a:ext cx="1492132" cy="5600404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82385"/>
            <a:ext cx="8392585" cy="560040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3B152-7103-4FFE-90AC-D94EB7F44A7E}" type="datetimeFigureOut">
              <a:rPr lang="en-US" smtClean="0"/>
              <a:t>5/27/2024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DD5A9-4EF1-497E-92EF-2D23CF305E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35964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EF63B152-7103-4FFE-90AC-D94EB7F44A7E}" type="datetimeFigureOut">
              <a:rPr lang="en-US" smtClean="0"/>
              <a:t>5/27/2024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99DD5A9-4EF1-497E-92EF-2D23CF305E0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right edge border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818072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54188DD-3717-47D0-B979-D111D81B46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78258" y="590035"/>
            <a:ext cx="5818830" cy="1741287"/>
          </a:xfrm>
        </p:spPr>
        <p:txBody>
          <a:bodyPr/>
          <a:lstStyle/>
          <a:p>
            <a:r>
              <a:rPr lang="en-US" sz="6000" dirty="0" smtClean="0">
                <a:latin typeface="Berlin Sans FB Demi" panose="020E0802020502020306" pitchFamily="34" charset="0"/>
              </a:rPr>
              <a:t>Paragraph</a:t>
            </a:r>
            <a:r>
              <a:rPr lang="en-US" sz="5000" dirty="0" smtClean="0">
                <a:latin typeface="Berlin Sans FB Demi" panose="020E0802020502020306" pitchFamily="34" charset="0"/>
              </a:rPr>
              <a:t> </a:t>
            </a:r>
            <a:r>
              <a:rPr lang="en-US" sz="6000" dirty="0" smtClean="0">
                <a:latin typeface="Berlin Sans FB Demi" panose="020E0802020502020306" pitchFamily="34" charset="0"/>
              </a:rPr>
              <a:t>writing</a:t>
            </a:r>
            <a:endParaRPr lang="en-US" sz="6000" dirty="0">
              <a:latin typeface="Berlin Sans FB Demi" panose="020E0802020502020306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F7EDFBFC-5564-4D5D-8F01-C829B7B40C08}"/>
              </a:ext>
            </a:extLst>
          </p:cNvPr>
          <p:cNvSpPr txBox="1"/>
          <p:nvPr/>
        </p:nvSpPr>
        <p:spPr>
          <a:xfrm>
            <a:off x="8752389" y="5190309"/>
            <a:ext cx="5341555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00" b="1" dirty="0" smtClean="0">
                <a:solidFill>
                  <a:srgbClr val="651515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Prepared By-</a:t>
            </a:r>
          </a:p>
          <a:p>
            <a:r>
              <a:rPr lang="en-US" sz="2300" b="1" dirty="0" err="1" smtClean="0">
                <a:solidFill>
                  <a:srgbClr val="651515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Sadia</a:t>
            </a:r>
            <a:r>
              <a:rPr lang="en-US" sz="2300" b="1" dirty="0" smtClean="0">
                <a:solidFill>
                  <a:srgbClr val="651515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 </a:t>
            </a:r>
            <a:r>
              <a:rPr lang="en-US" sz="2300" b="1" dirty="0" err="1" smtClean="0">
                <a:solidFill>
                  <a:srgbClr val="651515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Jaman</a:t>
            </a:r>
            <a:r>
              <a:rPr lang="en-US" sz="2300" b="1" dirty="0" smtClean="0">
                <a:solidFill>
                  <a:srgbClr val="651515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 </a:t>
            </a:r>
            <a:r>
              <a:rPr lang="en-US" sz="2300" b="1" dirty="0" err="1" smtClean="0">
                <a:solidFill>
                  <a:srgbClr val="651515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Nigar</a:t>
            </a:r>
            <a:r>
              <a:rPr lang="en-US" sz="2300" b="1" dirty="0" smtClean="0">
                <a:solidFill>
                  <a:srgbClr val="651515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,</a:t>
            </a:r>
          </a:p>
          <a:p>
            <a:r>
              <a:rPr lang="en-US" sz="2300" b="1" dirty="0" smtClean="0">
                <a:solidFill>
                  <a:srgbClr val="651515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Lecturer, </a:t>
            </a:r>
            <a:r>
              <a:rPr lang="en-US" sz="2300" b="1" dirty="0" err="1" smtClean="0">
                <a:solidFill>
                  <a:srgbClr val="651515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Sonargaon</a:t>
            </a:r>
            <a:r>
              <a:rPr lang="en-US" sz="2300" b="1" dirty="0" smtClean="0">
                <a:solidFill>
                  <a:srgbClr val="651515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 University</a:t>
            </a:r>
            <a:endParaRPr lang="en-US" sz="2300" b="1" dirty="0">
              <a:solidFill>
                <a:srgbClr val="651515"/>
              </a:solidFill>
              <a:latin typeface="Gabriola" panose="04040605051002020D02" pitchFamily="82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6073" y="2331322"/>
            <a:ext cx="2743200" cy="2858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70173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251677" y="382385"/>
            <a:ext cx="10712795" cy="1330505"/>
          </a:xfrm>
        </p:spPr>
        <p:txBody>
          <a:bodyPr/>
          <a:lstStyle/>
          <a:p>
            <a:r>
              <a:rPr lang="en-US" dirty="0" smtClean="0"/>
              <a:t>Paragraph and the purpose-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1691985" y="1833583"/>
            <a:ext cx="4146997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0D0D0D"/>
                </a:solidFill>
                <a:latin typeface="ui-sans-serif"/>
              </a:rPr>
              <a:t> </a:t>
            </a:r>
            <a:r>
              <a:rPr lang="en-US" b="1" dirty="0" smtClean="0">
                <a:solidFill>
                  <a:srgbClr val="0D0D0D"/>
                </a:solidFill>
                <a:latin typeface="Bahnschrift Light" panose="020B0502040204020203" pitchFamily="34" charset="0"/>
              </a:rPr>
              <a:t>A </a:t>
            </a:r>
            <a:r>
              <a:rPr lang="en-US" b="1" dirty="0">
                <a:solidFill>
                  <a:srgbClr val="0D0D0D"/>
                </a:solidFill>
                <a:latin typeface="Bahnschrift Light" panose="020B0502040204020203" pitchFamily="34" charset="0"/>
              </a:rPr>
              <a:t>paragraph is a collection of sentences that focus on a single idea or topic. </a:t>
            </a:r>
            <a:r>
              <a:rPr lang="en-US" b="1" dirty="0">
                <a:latin typeface="Bahnschrift Light" panose="020B0502040204020203" pitchFamily="34" charset="0"/>
              </a:rPr>
              <a:t>It acts as a basic element of written communication, offering organization and structure to our writing.</a:t>
            </a:r>
            <a:endParaRPr lang="en-US" b="1" dirty="0" smtClean="0">
              <a:solidFill>
                <a:srgbClr val="0D0D0D"/>
              </a:solidFill>
              <a:latin typeface="Bahnschrift Light" panose="020B0502040204020203" pitchFamily="34" charset="0"/>
            </a:endParaRPr>
          </a:p>
          <a:p>
            <a:endParaRPr lang="en-US" dirty="0">
              <a:solidFill>
                <a:srgbClr val="0D0D0D"/>
              </a:solidFill>
              <a:latin typeface="ui-sans-serif"/>
            </a:endParaRPr>
          </a:p>
        </p:txBody>
      </p:sp>
      <p:sp>
        <p:nvSpPr>
          <p:cNvPr id="2" name="Oval 1"/>
          <p:cNvSpPr/>
          <p:nvPr/>
        </p:nvSpPr>
        <p:spPr>
          <a:xfrm>
            <a:off x="6774288" y="2068407"/>
            <a:ext cx="4095482" cy="378638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rgbClr val="0D0D0D"/>
                </a:solidFill>
                <a:latin typeface="ui-sans-serif"/>
              </a:rPr>
              <a:t>The primary purpose of a paragraph is to present and develop a single idea or topic. Each paragraph should contribute to the overall coherence and unity of the writing."</a:t>
            </a:r>
            <a:endParaRPr lang="en-US" b="1" dirty="0">
              <a:solidFill>
                <a:srgbClr val="0D0D0D"/>
              </a:solidFill>
              <a:latin typeface="ui-sans-serif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1984" y="3864908"/>
            <a:ext cx="4146997" cy="2811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4095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E38657A-8B7E-4B6C-A10E-806AE7B7F9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Key Elements of a Paragraph</a:t>
            </a:r>
            <a:br>
              <a:rPr lang="en-US" sz="4000" b="1" dirty="0"/>
            </a:br>
            <a:endParaRPr lang="en-US" sz="4000" dirty="0">
              <a:latin typeface="Bodoni MT" panose="02070603080606020203" pitchFamily="18" charset="0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341828" y="1739265"/>
            <a:ext cx="5767309" cy="452483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198375" rIns="91440" bIns="198375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500" b="1" i="0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ui-sans-serif"/>
              </a:rPr>
              <a:t>Topic Sentence:</a:t>
            </a:r>
            <a:r>
              <a:rPr kumimoji="0" lang="en-US" sz="2500" b="0" i="0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ui-sans-serif"/>
              </a:rPr>
              <a:t> Introduces the main idea of the paragraph.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sz="2500" b="0" i="0" u="none" strike="noStrike" cap="none" normalizeH="0" baseline="0" dirty="0" smtClean="0">
              <a:ln>
                <a:noFill/>
              </a:ln>
              <a:solidFill>
                <a:srgbClr val="002060"/>
              </a:solidFill>
              <a:effectLst/>
              <a:latin typeface="ui-sans-serif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500" b="1" i="0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ui-sans-serif"/>
              </a:rPr>
              <a:t>Supporting Sentences:</a:t>
            </a:r>
            <a:r>
              <a:rPr kumimoji="0" lang="en-US" sz="2500" b="0" i="0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ui-sans-serif"/>
              </a:rPr>
              <a:t> Provide details, evidence, and examples to support the topic sentence.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sz="2500" b="0" i="0" u="none" strike="noStrike" cap="none" normalizeH="0" baseline="0" dirty="0" smtClean="0">
              <a:ln>
                <a:noFill/>
              </a:ln>
              <a:solidFill>
                <a:srgbClr val="002060"/>
              </a:solidFill>
              <a:effectLst/>
              <a:latin typeface="ui-sans-serif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500" b="1" i="0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ui-sans-serif"/>
              </a:rPr>
              <a:t>Concluding Sentence:</a:t>
            </a:r>
            <a:r>
              <a:rPr kumimoji="0" lang="en-US" sz="2500" b="0" i="0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ui-sans-serif"/>
              </a:rPr>
              <a:t> Summarizes the main idea or provides a transition to the next paragraph.</a:t>
            </a:r>
            <a:r>
              <a:rPr kumimoji="0" lang="en-US" sz="1100" b="0" i="0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</a:rPr>
              <a:t/>
            </a:r>
            <a:br>
              <a:rPr kumimoji="0" lang="en-US" sz="1100" b="0" i="0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</a:rPr>
            </a:b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rgbClr val="002060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9391" y="1739265"/>
            <a:ext cx="3446440" cy="4524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6979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24A204F-71D8-415B-9C4C-70B2F2F18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8952" y="1031471"/>
            <a:ext cx="3255927" cy="5421435"/>
          </a:xfrm>
        </p:spPr>
        <p:txBody>
          <a:bodyPr anchor="ctr">
            <a:normAutofit/>
          </a:bodyPr>
          <a:lstStyle/>
          <a:p>
            <a:r>
              <a:rPr lang="en-US" sz="4000" b="1" dirty="0"/>
              <a:t>The Topic </a:t>
            </a:r>
            <a:r>
              <a:rPr lang="en-US" sz="4000" b="1" dirty="0" smtClean="0"/>
              <a:t>Sentence </a:t>
            </a:r>
            <a:r>
              <a:rPr lang="en-US" sz="4000" b="1" dirty="0"/>
              <a:t/>
            </a:r>
            <a:br>
              <a:rPr lang="en-US" sz="4000" b="1" dirty="0"/>
            </a:br>
            <a:r>
              <a:rPr lang="en-US" sz="4000" b="1" dirty="0" smtClean="0"/>
              <a:t/>
            </a:r>
            <a:br>
              <a:rPr lang="en-US" sz="4000" b="1" dirty="0" smtClean="0"/>
            </a:br>
            <a:r>
              <a:rPr lang="en-US" sz="4000" dirty="0" smtClean="0">
                <a:latin typeface="Bahnschrift SemiLight Condensed" panose="020B0502040204020203" pitchFamily="34" charset="0"/>
              </a:rPr>
              <a:t/>
            </a:r>
            <a:br>
              <a:rPr lang="en-US" sz="4000" dirty="0" smtClean="0">
                <a:latin typeface="Bahnschrift SemiLight Condensed" panose="020B0502040204020203" pitchFamily="34" charset="0"/>
              </a:rPr>
            </a:br>
            <a:r>
              <a:rPr lang="en-US" sz="2200" dirty="0" smtClean="0">
                <a:latin typeface="Bahnschrift SemiLight Condensed" panose="020B0502040204020203" pitchFamily="34" charset="0"/>
              </a:rPr>
              <a:t>(</a:t>
            </a:r>
            <a:r>
              <a:rPr lang="en-US" sz="2200" dirty="0">
                <a:latin typeface="Bahnschrift SemiLight Condensed" panose="020B0502040204020203" pitchFamily="34" charset="0"/>
              </a:rPr>
              <a:t>Example: "Exercise has numerous benefits for both physical and mental health</a:t>
            </a:r>
            <a:r>
              <a:rPr lang="en-US" sz="2200" dirty="0" smtClean="0">
                <a:latin typeface="Bahnschrift SemiLight Condensed" panose="020B0502040204020203" pitchFamily="34" charset="0"/>
              </a:rPr>
              <a:t>.)</a:t>
            </a:r>
            <a:r>
              <a:rPr lang="en-US" sz="2200" dirty="0">
                <a:latin typeface="Bahnschrift SemiLight Condensed" panose="020B0502040204020203" pitchFamily="34" charset="0"/>
              </a:rPr>
              <a:t/>
            </a:r>
            <a:br>
              <a:rPr lang="en-US" sz="2200" dirty="0">
                <a:latin typeface="Bahnschrift SemiLight Condensed" panose="020B0502040204020203" pitchFamily="34" charset="0"/>
              </a:rPr>
            </a:br>
            <a:r>
              <a:rPr lang="en-US" sz="2200" dirty="0">
                <a:latin typeface="Bahnschrift SemiLight Condensed" panose="020B0502040204020203" pitchFamily="34" charset="0"/>
              </a:rPr>
              <a:t/>
            </a:r>
            <a:br>
              <a:rPr lang="en-US" sz="2200" dirty="0">
                <a:latin typeface="Bahnschrift SemiLight Condensed" panose="020B0502040204020203" pitchFamily="34" charset="0"/>
              </a:rPr>
            </a:br>
            <a:endParaRPr lang="en-US" sz="2200" dirty="0">
              <a:latin typeface="Bahnschrift SemiLight Condensed" panose="020B0502040204020203" pitchFamily="34" charset="0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xmlns="" id="{9D9B547D-5557-42AB-B99C-24742ED0495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24012877"/>
              </p:ext>
            </p:extLst>
          </p:nvPr>
        </p:nvGraphicFramePr>
        <p:xfrm>
          <a:off x="4880780" y="1276174"/>
          <a:ext cx="5994400" cy="49320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Down Arrow 5"/>
          <p:cNvSpPr/>
          <p:nvPr/>
        </p:nvSpPr>
        <p:spPr>
          <a:xfrm>
            <a:off x="2292439" y="2936383"/>
            <a:ext cx="734095" cy="85000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9844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1CDC4A3-530D-433A-956F-BDFFF5436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Supporting Sentences</a:t>
            </a:r>
            <a:br>
              <a:rPr lang="en-US" sz="4000" b="1" dirty="0"/>
            </a:br>
            <a:endParaRPr lang="en-US" sz="4000" dirty="0">
              <a:latin typeface="Bodoni MT" panose="020706030806060202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1E6A7A6-EB46-4CA0-B991-935C9B9C6F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410042"/>
            <a:ext cx="4427905" cy="4295299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Supporting sentences give a reader details to understand a main idea, or evidence to show why a claim is true or correct. You will find supporting sentences in the middle of a paragraph – after the topic sentence, and before a concluding </a:t>
            </a:r>
            <a:r>
              <a:rPr lang="en-US" b="1" dirty="0" smtClean="0"/>
              <a:t>sentence. </a:t>
            </a:r>
            <a:endParaRPr lang="en-US" dirty="0"/>
          </a:p>
          <a:p>
            <a:pPr marL="0" indent="0">
              <a:buNone/>
            </a:pPr>
            <a:r>
              <a:rPr lang="en-US" dirty="0" smtClean="0">
                <a:solidFill>
                  <a:schemeClr val="accent5">
                    <a:lumMod val="75000"/>
                  </a:schemeClr>
                </a:solidFill>
              </a:rPr>
              <a:t>Ex- Physically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, regular exercise can help control weight, reduce the risk of chronic diseases, and improve muscle </a:t>
            </a:r>
            <a:r>
              <a:rPr lang="en-US" dirty="0" smtClean="0">
                <a:solidFill>
                  <a:schemeClr val="accent5">
                    <a:lumMod val="75000"/>
                  </a:schemeClr>
                </a:solidFill>
              </a:rPr>
              <a:t>strength. Mentally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, exercise is known to reduce stress, alleviate anxiety, and boost overall mood."</a:t>
            </a:r>
            <a:r>
              <a:rPr lang="en-US" dirty="0"/>
              <a:t/>
            </a:r>
            <a:br>
              <a:rPr lang="en-US" dirty="0"/>
            </a:br>
            <a:endParaRPr lang="en-US" b="1" dirty="0" smtClean="0"/>
          </a:p>
          <a:p>
            <a:pPr marL="0" indent="0">
              <a:buNone/>
            </a:pPr>
            <a:endParaRPr lang="en-US" dirty="0" smtClean="0"/>
          </a:p>
        </p:txBody>
      </p:sp>
      <p:sp>
        <p:nvSpPr>
          <p:cNvPr id="5" name="Rectangle 4"/>
          <p:cNvSpPr/>
          <p:nvPr/>
        </p:nvSpPr>
        <p:spPr>
          <a:xfrm>
            <a:off x="6748529" y="3366649"/>
            <a:ext cx="332275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b="1" dirty="0">
                <a:solidFill>
                  <a:srgbClr val="464646"/>
                </a:solidFill>
                <a:latin typeface="arial" panose="020B0604020202020204" pitchFamily="34" charset="0"/>
              </a:rPr>
              <a:t>Providing useful details</a:t>
            </a:r>
            <a:endParaRPr lang="en-US" b="1" i="0" dirty="0">
              <a:solidFill>
                <a:srgbClr val="464646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Oval 5"/>
          <p:cNvSpPr/>
          <p:nvPr/>
        </p:nvSpPr>
        <p:spPr>
          <a:xfrm>
            <a:off x="6405588" y="1241460"/>
            <a:ext cx="3438660" cy="142955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en-US" dirty="0" err="1">
                <a:solidFill>
                  <a:srgbClr val="353535"/>
                </a:solidFill>
                <a:latin typeface="Verdana" panose="020B0604030504040204" pitchFamily="34" charset="0"/>
              </a:rPr>
              <a:t>Types:Descriptions</a:t>
            </a:r>
            <a:r>
              <a:rPr lang="en-US" dirty="0">
                <a:solidFill>
                  <a:srgbClr val="353535"/>
                </a:solidFill>
                <a:latin typeface="Verdana" panose="020B0604030504040204" pitchFamily="34" charset="0"/>
              </a:rPr>
              <a:t> or details, Facts, Examples</a:t>
            </a:r>
            <a:endParaRPr lang="en-US" dirty="0">
              <a:solidFill>
                <a:srgbClr val="353535"/>
              </a:solidFill>
              <a:latin typeface="Verdana" panose="020B060403050404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748529" y="3826654"/>
            <a:ext cx="33265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en-US" b="1" dirty="0">
                <a:solidFill>
                  <a:srgbClr val="464646"/>
                </a:solidFill>
                <a:latin typeface="arial" panose="020B0604020202020204" pitchFamily="34" charset="0"/>
              </a:rPr>
              <a:t>Presenting facts or evidence</a:t>
            </a:r>
            <a:endParaRPr lang="en-US" b="1" i="0" dirty="0">
              <a:solidFill>
                <a:srgbClr val="464646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748529" y="4286659"/>
            <a:ext cx="23647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en-US" b="1" dirty="0">
                <a:solidFill>
                  <a:srgbClr val="464646"/>
                </a:solidFill>
                <a:latin typeface="arial" panose="020B0604020202020204" pitchFamily="34" charset="0"/>
              </a:rPr>
              <a:t>Providing examples</a:t>
            </a:r>
            <a:endParaRPr lang="en-US" b="1" i="0" dirty="0">
              <a:solidFill>
                <a:srgbClr val="464646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12" name="Elbow Connector 11"/>
          <p:cNvCxnSpPr/>
          <p:nvPr/>
        </p:nvCxnSpPr>
        <p:spPr>
          <a:xfrm rot="5400000">
            <a:off x="7939587" y="2819210"/>
            <a:ext cx="713601" cy="43788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06207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022C3B48-99E5-4B5C-8E49-15C2A9552F4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>
              <a:solidFill>
                <a:srgbClr val="00B0F0"/>
              </a:solidFill>
            </a:endParaRPr>
          </a:p>
        </p:txBody>
      </p:sp>
      <p:sp>
        <p:nvSpPr>
          <p:cNvPr id="12" name="Freeform 10">
            <a:extLst>
              <a:ext uri="{FF2B5EF4-FFF2-40B4-BE49-F238E27FC236}">
                <a16:creationId xmlns:a16="http://schemas.microsoft.com/office/drawing/2014/main" xmlns="" id="{C67B4E51-3288-4A1F-A92C-87C9401EDE7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 bwMode="ltGray">
          <a:xfrm>
            <a:off x="0" y="0"/>
            <a:ext cx="7569200" cy="6858000"/>
          </a:xfrm>
          <a:custGeom>
            <a:avLst/>
            <a:gdLst>
              <a:gd name="connsiteX0" fmla="*/ 0 w 7569200"/>
              <a:gd name="connsiteY0" fmla="*/ 0 h 6858000"/>
              <a:gd name="connsiteX1" fmla="*/ 7389812 w 7569200"/>
              <a:gd name="connsiteY1" fmla="*/ 0 h 6858000"/>
              <a:gd name="connsiteX2" fmla="*/ 7394575 w 7569200"/>
              <a:gd name="connsiteY2" fmla="*/ 66675 h 6858000"/>
              <a:gd name="connsiteX3" fmla="*/ 7402512 w 7569200"/>
              <a:gd name="connsiteY3" fmla="*/ 122237 h 6858000"/>
              <a:gd name="connsiteX4" fmla="*/ 7412037 w 7569200"/>
              <a:gd name="connsiteY4" fmla="*/ 174625 h 6858000"/>
              <a:gd name="connsiteX5" fmla="*/ 7427912 w 7569200"/>
              <a:gd name="connsiteY5" fmla="*/ 217487 h 6858000"/>
              <a:gd name="connsiteX6" fmla="*/ 7443787 w 7569200"/>
              <a:gd name="connsiteY6" fmla="*/ 260350 h 6858000"/>
              <a:gd name="connsiteX7" fmla="*/ 7462837 w 7569200"/>
              <a:gd name="connsiteY7" fmla="*/ 296862 h 6858000"/>
              <a:gd name="connsiteX8" fmla="*/ 7481887 w 7569200"/>
              <a:gd name="connsiteY8" fmla="*/ 334962 h 6858000"/>
              <a:gd name="connsiteX9" fmla="*/ 7499350 w 7569200"/>
              <a:gd name="connsiteY9" fmla="*/ 369887 h 6858000"/>
              <a:gd name="connsiteX10" fmla="*/ 7516812 w 7569200"/>
              <a:gd name="connsiteY10" fmla="*/ 409575 h 6858000"/>
              <a:gd name="connsiteX11" fmla="*/ 7532687 w 7569200"/>
              <a:gd name="connsiteY11" fmla="*/ 450850 h 6858000"/>
              <a:gd name="connsiteX12" fmla="*/ 7546975 w 7569200"/>
              <a:gd name="connsiteY12" fmla="*/ 496887 h 6858000"/>
              <a:gd name="connsiteX13" fmla="*/ 7558087 w 7569200"/>
              <a:gd name="connsiteY13" fmla="*/ 546100 h 6858000"/>
              <a:gd name="connsiteX14" fmla="*/ 7566025 w 7569200"/>
              <a:gd name="connsiteY14" fmla="*/ 606425 h 6858000"/>
              <a:gd name="connsiteX15" fmla="*/ 7569200 w 7569200"/>
              <a:gd name="connsiteY15" fmla="*/ 673100 h 6858000"/>
              <a:gd name="connsiteX16" fmla="*/ 7566025 w 7569200"/>
              <a:gd name="connsiteY16" fmla="*/ 744537 h 6858000"/>
              <a:gd name="connsiteX17" fmla="*/ 7558087 w 7569200"/>
              <a:gd name="connsiteY17" fmla="*/ 801687 h 6858000"/>
              <a:gd name="connsiteX18" fmla="*/ 7546975 w 7569200"/>
              <a:gd name="connsiteY18" fmla="*/ 854075 h 6858000"/>
              <a:gd name="connsiteX19" fmla="*/ 7532687 w 7569200"/>
              <a:gd name="connsiteY19" fmla="*/ 901700 h 6858000"/>
              <a:gd name="connsiteX20" fmla="*/ 7516812 w 7569200"/>
              <a:gd name="connsiteY20" fmla="*/ 942975 h 6858000"/>
              <a:gd name="connsiteX21" fmla="*/ 7497762 w 7569200"/>
              <a:gd name="connsiteY21" fmla="*/ 981075 h 6858000"/>
              <a:gd name="connsiteX22" fmla="*/ 7478712 w 7569200"/>
              <a:gd name="connsiteY22" fmla="*/ 1017587 h 6858000"/>
              <a:gd name="connsiteX23" fmla="*/ 7459662 w 7569200"/>
              <a:gd name="connsiteY23" fmla="*/ 1055687 h 6858000"/>
              <a:gd name="connsiteX24" fmla="*/ 7442200 w 7569200"/>
              <a:gd name="connsiteY24" fmla="*/ 1095375 h 6858000"/>
              <a:gd name="connsiteX25" fmla="*/ 7424737 w 7569200"/>
              <a:gd name="connsiteY25" fmla="*/ 1136650 h 6858000"/>
              <a:gd name="connsiteX26" fmla="*/ 7410450 w 7569200"/>
              <a:gd name="connsiteY26" fmla="*/ 1182687 h 6858000"/>
              <a:gd name="connsiteX27" fmla="*/ 7400925 w 7569200"/>
              <a:gd name="connsiteY27" fmla="*/ 1235075 h 6858000"/>
              <a:gd name="connsiteX28" fmla="*/ 7391400 w 7569200"/>
              <a:gd name="connsiteY28" fmla="*/ 1295400 h 6858000"/>
              <a:gd name="connsiteX29" fmla="*/ 7389812 w 7569200"/>
              <a:gd name="connsiteY29" fmla="*/ 1363662 h 6858000"/>
              <a:gd name="connsiteX30" fmla="*/ 7391400 w 7569200"/>
              <a:gd name="connsiteY30" fmla="*/ 1431925 h 6858000"/>
              <a:gd name="connsiteX31" fmla="*/ 7400925 w 7569200"/>
              <a:gd name="connsiteY31" fmla="*/ 1492250 h 6858000"/>
              <a:gd name="connsiteX32" fmla="*/ 7410450 w 7569200"/>
              <a:gd name="connsiteY32" fmla="*/ 1544637 h 6858000"/>
              <a:gd name="connsiteX33" fmla="*/ 7424737 w 7569200"/>
              <a:gd name="connsiteY33" fmla="*/ 1589087 h 6858000"/>
              <a:gd name="connsiteX34" fmla="*/ 7442200 w 7569200"/>
              <a:gd name="connsiteY34" fmla="*/ 1631950 h 6858000"/>
              <a:gd name="connsiteX35" fmla="*/ 7459662 w 7569200"/>
              <a:gd name="connsiteY35" fmla="*/ 1671637 h 6858000"/>
              <a:gd name="connsiteX36" fmla="*/ 7478712 w 7569200"/>
              <a:gd name="connsiteY36" fmla="*/ 1708150 h 6858000"/>
              <a:gd name="connsiteX37" fmla="*/ 7497762 w 7569200"/>
              <a:gd name="connsiteY37" fmla="*/ 1743075 h 6858000"/>
              <a:gd name="connsiteX38" fmla="*/ 7516812 w 7569200"/>
              <a:gd name="connsiteY38" fmla="*/ 1782762 h 6858000"/>
              <a:gd name="connsiteX39" fmla="*/ 7532687 w 7569200"/>
              <a:gd name="connsiteY39" fmla="*/ 1824037 h 6858000"/>
              <a:gd name="connsiteX40" fmla="*/ 7546975 w 7569200"/>
              <a:gd name="connsiteY40" fmla="*/ 1870075 h 6858000"/>
              <a:gd name="connsiteX41" fmla="*/ 7558087 w 7569200"/>
              <a:gd name="connsiteY41" fmla="*/ 1922462 h 6858000"/>
              <a:gd name="connsiteX42" fmla="*/ 7566025 w 7569200"/>
              <a:gd name="connsiteY42" fmla="*/ 1982787 h 6858000"/>
              <a:gd name="connsiteX43" fmla="*/ 7569200 w 7569200"/>
              <a:gd name="connsiteY43" fmla="*/ 2051050 h 6858000"/>
              <a:gd name="connsiteX44" fmla="*/ 7566025 w 7569200"/>
              <a:gd name="connsiteY44" fmla="*/ 2119312 h 6858000"/>
              <a:gd name="connsiteX45" fmla="*/ 7558087 w 7569200"/>
              <a:gd name="connsiteY45" fmla="*/ 2179637 h 6858000"/>
              <a:gd name="connsiteX46" fmla="*/ 7546975 w 7569200"/>
              <a:gd name="connsiteY46" fmla="*/ 2232025 h 6858000"/>
              <a:gd name="connsiteX47" fmla="*/ 7532687 w 7569200"/>
              <a:gd name="connsiteY47" fmla="*/ 2278062 h 6858000"/>
              <a:gd name="connsiteX48" fmla="*/ 7516812 w 7569200"/>
              <a:gd name="connsiteY48" fmla="*/ 2319337 h 6858000"/>
              <a:gd name="connsiteX49" fmla="*/ 7497762 w 7569200"/>
              <a:gd name="connsiteY49" fmla="*/ 2359025 h 6858000"/>
              <a:gd name="connsiteX50" fmla="*/ 7478712 w 7569200"/>
              <a:gd name="connsiteY50" fmla="*/ 2395537 h 6858000"/>
              <a:gd name="connsiteX51" fmla="*/ 7459662 w 7569200"/>
              <a:gd name="connsiteY51" fmla="*/ 2433637 h 6858000"/>
              <a:gd name="connsiteX52" fmla="*/ 7442200 w 7569200"/>
              <a:gd name="connsiteY52" fmla="*/ 2471737 h 6858000"/>
              <a:gd name="connsiteX53" fmla="*/ 7424737 w 7569200"/>
              <a:gd name="connsiteY53" fmla="*/ 2513012 h 6858000"/>
              <a:gd name="connsiteX54" fmla="*/ 7410450 w 7569200"/>
              <a:gd name="connsiteY54" fmla="*/ 2560637 h 6858000"/>
              <a:gd name="connsiteX55" fmla="*/ 7400925 w 7569200"/>
              <a:gd name="connsiteY55" fmla="*/ 2613025 h 6858000"/>
              <a:gd name="connsiteX56" fmla="*/ 7391400 w 7569200"/>
              <a:gd name="connsiteY56" fmla="*/ 2671762 h 6858000"/>
              <a:gd name="connsiteX57" fmla="*/ 7389812 w 7569200"/>
              <a:gd name="connsiteY57" fmla="*/ 2741612 h 6858000"/>
              <a:gd name="connsiteX58" fmla="*/ 7391400 w 7569200"/>
              <a:gd name="connsiteY58" fmla="*/ 2809875 h 6858000"/>
              <a:gd name="connsiteX59" fmla="*/ 7400925 w 7569200"/>
              <a:gd name="connsiteY59" fmla="*/ 2868612 h 6858000"/>
              <a:gd name="connsiteX60" fmla="*/ 7410450 w 7569200"/>
              <a:gd name="connsiteY60" fmla="*/ 2922587 h 6858000"/>
              <a:gd name="connsiteX61" fmla="*/ 7424737 w 7569200"/>
              <a:gd name="connsiteY61" fmla="*/ 2967037 h 6858000"/>
              <a:gd name="connsiteX62" fmla="*/ 7442200 w 7569200"/>
              <a:gd name="connsiteY62" fmla="*/ 3009900 h 6858000"/>
              <a:gd name="connsiteX63" fmla="*/ 7459662 w 7569200"/>
              <a:gd name="connsiteY63" fmla="*/ 3046412 h 6858000"/>
              <a:gd name="connsiteX64" fmla="*/ 7478712 w 7569200"/>
              <a:gd name="connsiteY64" fmla="*/ 3084512 h 6858000"/>
              <a:gd name="connsiteX65" fmla="*/ 7497762 w 7569200"/>
              <a:gd name="connsiteY65" fmla="*/ 3121025 h 6858000"/>
              <a:gd name="connsiteX66" fmla="*/ 7516812 w 7569200"/>
              <a:gd name="connsiteY66" fmla="*/ 3160712 h 6858000"/>
              <a:gd name="connsiteX67" fmla="*/ 7532687 w 7569200"/>
              <a:gd name="connsiteY67" fmla="*/ 3201987 h 6858000"/>
              <a:gd name="connsiteX68" fmla="*/ 7546975 w 7569200"/>
              <a:gd name="connsiteY68" fmla="*/ 3248025 h 6858000"/>
              <a:gd name="connsiteX69" fmla="*/ 7558087 w 7569200"/>
              <a:gd name="connsiteY69" fmla="*/ 3300412 h 6858000"/>
              <a:gd name="connsiteX70" fmla="*/ 7566025 w 7569200"/>
              <a:gd name="connsiteY70" fmla="*/ 3360737 h 6858000"/>
              <a:gd name="connsiteX71" fmla="*/ 7569200 w 7569200"/>
              <a:gd name="connsiteY71" fmla="*/ 3427412 h 6858000"/>
              <a:gd name="connsiteX72" fmla="*/ 7566025 w 7569200"/>
              <a:gd name="connsiteY72" fmla="*/ 3497262 h 6858000"/>
              <a:gd name="connsiteX73" fmla="*/ 7558087 w 7569200"/>
              <a:gd name="connsiteY73" fmla="*/ 3557587 h 6858000"/>
              <a:gd name="connsiteX74" fmla="*/ 7546975 w 7569200"/>
              <a:gd name="connsiteY74" fmla="*/ 3609975 h 6858000"/>
              <a:gd name="connsiteX75" fmla="*/ 7532687 w 7569200"/>
              <a:gd name="connsiteY75" fmla="*/ 3656012 h 6858000"/>
              <a:gd name="connsiteX76" fmla="*/ 7516812 w 7569200"/>
              <a:gd name="connsiteY76" fmla="*/ 3697287 h 6858000"/>
              <a:gd name="connsiteX77" fmla="*/ 7497762 w 7569200"/>
              <a:gd name="connsiteY77" fmla="*/ 3736975 h 6858000"/>
              <a:gd name="connsiteX78" fmla="*/ 7459662 w 7569200"/>
              <a:gd name="connsiteY78" fmla="*/ 3811587 h 6858000"/>
              <a:gd name="connsiteX79" fmla="*/ 7442200 w 7569200"/>
              <a:gd name="connsiteY79" fmla="*/ 3848100 h 6858000"/>
              <a:gd name="connsiteX80" fmla="*/ 7424737 w 7569200"/>
              <a:gd name="connsiteY80" fmla="*/ 3890962 h 6858000"/>
              <a:gd name="connsiteX81" fmla="*/ 7410450 w 7569200"/>
              <a:gd name="connsiteY81" fmla="*/ 3935412 h 6858000"/>
              <a:gd name="connsiteX82" fmla="*/ 7400925 w 7569200"/>
              <a:gd name="connsiteY82" fmla="*/ 3987800 h 6858000"/>
              <a:gd name="connsiteX83" fmla="*/ 7391400 w 7569200"/>
              <a:gd name="connsiteY83" fmla="*/ 4048125 h 6858000"/>
              <a:gd name="connsiteX84" fmla="*/ 7389812 w 7569200"/>
              <a:gd name="connsiteY84" fmla="*/ 4116387 h 6858000"/>
              <a:gd name="connsiteX85" fmla="*/ 7391400 w 7569200"/>
              <a:gd name="connsiteY85" fmla="*/ 4186237 h 6858000"/>
              <a:gd name="connsiteX86" fmla="*/ 7400925 w 7569200"/>
              <a:gd name="connsiteY86" fmla="*/ 4244975 h 6858000"/>
              <a:gd name="connsiteX87" fmla="*/ 7410450 w 7569200"/>
              <a:gd name="connsiteY87" fmla="*/ 4297362 h 6858000"/>
              <a:gd name="connsiteX88" fmla="*/ 7424737 w 7569200"/>
              <a:gd name="connsiteY88" fmla="*/ 4343400 h 6858000"/>
              <a:gd name="connsiteX89" fmla="*/ 7442200 w 7569200"/>
              <a:gd name="connsiteY89" fmla="*/ 4386262 h 6858000"/>
              <a:gd name="connsiteX90" fmla="*/ 7459662 w 7569200"/>
              <a:gd name="connsiteY90" fmla="*/ 4424362 h 6858000"/>
              <a:gd name="connsiteX91" fmla="*/ 7497762 w 7569200"/>
              <a:gd name="connsiteY91" fmla="*/ 4498975 h 6858000"/>
              <a:gd name="connsiteX92" fmla="*/ 7516812 w 7569200"/>
              <a:gd name="connsiteY92" fmla="*/ 4537075 h 6858000"/>
              <a:gd name="connsiteX93" fmla="*/ 7532687 w 7569200"/>
              <a:gd name="connsiteY93" fmla="*/ 4579937 h 6858000"/>
              <a:gd name="connsiteX94" fmla="*/ 7546975 w 7569200"/>
              <a:gd name="connsiteY94" fmla="*/ 4625975 h 6858000"/>
              <a:gd name="connsiteX95" fmla="*/ 7558087 w 7569200"/>
              <a:gd name="connsiteY95" fmla="*/ 4678362 h 6858000"/>
              <a:gd name="connsiteX96" fmla="*/ 7566025 w 7569200"/>
              <a:gd name="connsiteY96" fmla="*/ 4738687 h 6858000"/>
              <a:gd name="connsiteX97" fmla="*/ 7569200 w 7569200"/>
              <a:gd name="connsiteY97" fmla="*/ 4806950 h 6858000"/>
              <a:gd name="connsiteX98" fmla="*/ 7566025 w 7569200"/>
              <a:gd name="connsiteY98" fmla="*/ 4875212 h 6858000"/>
              <a:gd name="connsiteX99" fmla="*/ 7558087 w 7569200"/>
              <a:gd name="connsiteY99" fmla="*/ 4935537 h 6858000"/>
              <a:gd name="connsiteX100" fmla="*/ 7546975 w 7569200"/>
              <a:gd name="connsiteY100" fmla="*/ 4987925 h 6858000"/>
              <a:gd name="connsiteX101" fmla="*/ 7532687 w 7569200"/>
              <a:gd name="connsiteY101" fmla="*/ 5033962 h 6858000"/>
              <a:gd name="connsiteX102" fmla="*/ 7516812 w 7569200"/>
              <a:gd name="connsiteY102" fmla="*/ 5075237 h 6858000"/>
              <a:gd name="connsiteX103" fmla="*/ 7497762 w 7569200"/>
              <a:gd name="connsiteY103" fmla="*/ 5114925 h 6858000"/>
              <a:gd name="connsiteX104" fmla="*/ 7478712 w 7569200"/>
              <a:gd name="connsiteY104" fmla="*/ 5149850 h 6858000"/>
              <a:gd name="connsiteX105" fmla="*/ 7459662 w 7569200"/>
              <a:gd name="connsiteY105" fmla="*/ 5186362 h 6858000"/>
              <a:gd name="connsiteX106" fmla="*/ 7442200 w 7569200"/>
              <a:gd name="connsiteY106" fmla="*/ 5226050 h 6858000"/>
              <a:gd name="connsiteX107" fmla="*/ 7424737 w 7569200"/>
              <a:gd name="connsiteY107" fmla="*/ 5268912 h 6858000"/>
              <a:gd name="connsiteX108" fmla="*/ 7410450 w 7569200"/>
              <a:gd name="connsiteY108" fmla="*/ 5313362 h 6858000"/>
              <a:gd name="connsiteX109" fmla="*/ 7400925 w 7569200"/>
              <a:gd name="connsiteY109" fmla="*/ 5365750 h 6858000"/>
              <a:gd name="connsiteX110" fmla="*/ 7391400 w 7569200"/>
              <a:gd name="connsiteY110" fmla="*/ 5426075 h 6858000"/>
              <a:gd name="connsiteX111" fmla="*/ 7389812 w 7569200"/>
              <a:gd name="connsiteY111" fmla="*/ 5494337 h 6858000"/>
              <a:gd name="connsiteX112" fmla="*/ 7391400 w 7569200"/>
              <a:gd name="connsiteY112" fmla="*/ 5562600 h 6858000"/>
              <a:gd name="connsiteX113" fmla="*/ 7400925 w 7569200"/>
              <a:gd name="connsiteY113" fmla="*/ 5622925 h 6858000"/>
              <a:gd name="connsiteX114" fmla="*/ 7410450 w 7569200"/>
              <a:gd name="connsiteY114" fmla="*/ 5675312 h 6858000"/>
              <a:gd name="connsiteX115" fmla="*/ 7424737 w 7569200"/>
              <a:gd name="connsiteY115" fmla="*/ 5721350 h 6858000"/>
              <a:gd name="connsiteX116" fmla="*/ 7442200 w 7569200"/>
              <a:gd name="connsiteY116" fmla="*/ 5762625 h 6858000"/>
              <a:gd name="connsiteX117" fmla="*/ 7459662 w 7569200"/>
              <a:gd name="connsiteY117" fmla="*/ 5802312 h 6858000"/>
              <a:gd name="connsiteX118" fmla="*/ 7478712 w 7569200"/>
              <a:gd name="connsiteY118" fmla="*/ 5840412 h 6858000"/>
              <a:gd name="connsiteX119" fmla="*/ 7497762 w 7569200"/>
              <a:gd name="connsiteY119" fmla="*/ 5876925 h 6858000"/>
              <a:gd name="connsiteX120" fmla="*/ 7516812 w 7569200"/>
              <a:gd name="connsiteY120" fmla="*/ 5915025 h 6858000"/>
              <a:gd name="connsiteX121" fmla="*/ 7532687 w 7569200"/>
              <a:gd name="connsiteY121" fmla="*/ 5956300 h 6858000"/>
              <a:gd name="connsiteX122" fmla="*/ 7546975 w 7569200"/>
              <a:gd name="connsiteY122" fmla="*/ 6003925 h 6858000"/>
              <a:gd name="connsiteX123" fmla="*/ 7558087 w 7569200"/>
              <a:gd name="connsiteY123" fmla="*/ 6056312 h 6858000"/>
              <a:gd name="connsiteX124" fmla="*/ 7566025 w 7569200"/>
              <a:gd name="connsiteY124" fmla="*/ 6113462 h 6858000"/>
              <a:gd name="connsiteX125" fmla="*/ 7569200 w 7569200"/>
              <a:gd name="connsiteY125" fmla="*/ 6183312 h 6858000"/>
              <a:gd name="connsiteX126" fmla="*/ 7566025 w 7569200"/>
              <a:gd name="connsiteY126" fmla="*/ 6251575 h 6858000"/>
              <a:gd name="connsiteX127" fmla="*/ 7558087 w 7569200"/>
              <a:gd name="connsiteY127" fmla="*/ 6311900 h 6858000"/>
              <a:gd name="connsiteX128" fmla="*/ 7546975 w 7569200"/>
              <a:gd name="connsiteY128" fmla="*/ 6361112 h 6858000"/>
              <a:gd name="connsiteX129" fmla="*/ 7532687 w 7569200"/>
              <a:gd name="connsiteY129" fmla="*/ 6407150 h 6858000"/>
              <a:gd name="connsiteX130" fmla="*/ 7516812 w 7569200"/>
              <a:gd name="connsiteY130" fmla="*/ 6448425 h 6858000"/>
              <a:gd name="connsiteX131" fmla="*/ 7499350 w 7569200"/>
              <a:gd name="connsiteY131" fmla="*/ 6488112 h 6858000"/>
              <a:gd name="connsiteX132" fmla="*/ 7481887 w 7569200"/>
              <a:gd name="connsiteY132" fmla="*/ 6523037 h 6858000"/>
              <a:gd name="connsiteX133" fmla="*/ 7462837 w 7569200"/>
              <a:gd name="connsiteY133" fmla="*/ 6561137 h 6858000"/>
              <a:gd name="connsiteX134" fmla="*/ 7443787 w 7569200"/>
              <a:gd name="connsiteY134" fmla="*/ 6597650 h 6858000"/>
              <a:gd name="connsiteX135" fmla="*/ 7427912 w 7569200"/>
              <a:gd name="connsiteY135" fmla="*/ 6640512 h 6858000"/>
              <a:gd name="connsiteX136" fmla="*/ 7412037 w 7569200"/>
              <a:gd name="connsiteY136" fmla="*/ 6683375 h 6858000"/>
              <a:gd name="connsiteX137" fmla="*/ 7402512 w 7569200"/>
              <a:gd name="connsiteY137" fmla="*/ 6735762 h 6858000"/>
              <a:gd name="connsiteX138" fmla="*/ 7394575 w 7569200"/>
              <a:gd name="connsiteY138" fmla="*/ 6791325 h 6858000"/>
              <a:gd name="connsiteX139" fmla="*/ 7389812 w 7569200"/>
              <a:gd name="connsiteY139" fmla="*/ 6858000 h 6858000"/>
              <a:gd name="connsiteX140" fmla="*/ 0 w 7569200"/>
              <a:gd name="connsiteY140" fmla="*/ 6858000 h 6858000"/>
              <a:gd name="connsiteX141" fmla="*/ 0 w 7569200"/>
              <a:gd name="connsiteY141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</a:cxnLst>
            <a:rect l="l" t="t" r="r" b="b"/>
            <a:pathLst>
              <a:path w="7569200" h="6858000">
                <a:moveTo>
                  <a:pt x="0" y="0"/>
                </a:moveTo>
                <a:lnTo>
                  <a:pt x="7389812" y="0"/>
                </a:lnTo>
                <a:lnTo>
                  <a:pt x="7394575" y="66675"/>
                </a:lnTo>
                <a:lnTo>
                  <a:pt x="7402512" y="122237"/>
                </a:lnTo>
                <a:lnTo>
                  <a:pt x="7412037" y="174625"/>
                </a:lnTo>
                <a:lnTo>
                  <a:pt x="7427912" y="217487"/>
                </a:lnTo>
                <a:lnTo>
                  <a:pt x="7443787" y="260350"/>
                </a:lnTo>
                <a:lnTo>
                  <a:pt x="7462837" y="296862"/>
                </a:lnTo>
                <a:lnTo>
                  <a:pt x="7481887" y="334962"/>
                </a:lnTo>
                <a:lnTo>
                  <a:pt x="7499350" y="369887"/>
                </a:lnTo>
                <a:lnTo>
                  <a:pt x="7516812" y="409575"/>
                </a:lnTo>
                <a:lnTo>
                  <a:pt x="7532687" y="450850"/>
                </a:lnTo>
                <a:lnTo>
                  <a:pt x="7546975" y="496887"/>
                </a:lnTo>
                <a:lnTo>
                  <a:pt x="7558087" y="546100"/>
                </a:lnTo>
                <a:lnTo>
                  <a:pt x="7566025" y="606425"/>
                </a:lnTo>
                <a:lnTo>
                  <a:pt x="7569200" y="673100"/>
                </a:lnTo>
                <a:lnTo>
                  <a:pt x="7566025" y="744537"/>
                </a:lnTo>
                <a:lnTo>
                  <a:pt x="7558087" y="801687"/>
                </a:lnTo>
                <a:lnTo>
                  <a:pt x="7546975" y="854075"/>
                </a:lnTo>
                <a:lnTo>
                  <a:pt x="7532687" y="901700"/>
                </a:lnTo>
                <a:lnTo>
                  <a:pt x="7516812" y="942975"/>
                </a:lnTo>
                <a:lnTo>
                  <a:pt x="7497762" y="981075"/>
                </a:lnTo>
                <a:lnTo>
                  <a:pt x="7478712" y="1017587"/>
                </a:lnTo>
                <a:lnTo>
                  <a:pt x="7459662" y="1055687"/>
                </a:lnTo>
                <a:lnTo>
                  <a:pt x="7442200" y="1095375"/>
                </a:lnTo>
                <a:lnTo>
                  <a:pt x="7424737" y="1136650"/>
                </a:lnTo>
                <a:lnTo>
                  <a:pt x="7410450" y="1182687"/>
                </a:lnTo>
                <a:lnTo>
                  <a:pt x="7400925" y="1235075"/>
                </a:lnTo>
                <a:lnTo>
                  <a:pt x="7391400" y="1295400"/>
                </a:lnTo>
                <a:lnTo>
                  <a:pt x="7389812" y="1363662"/>
                </a:lnTo>
                <a:lnTo>
                  <a:pt x="7391400" y="1431925"/>
                </a:lnTo>
                <a:lnTo>
                  <a:pt x="7400925" y="1492250"/>
                </a:lnTo>
                <a:lnTo>
                  <a:pt x="7410450" y="1544637"/>
                </a:lnTo>
                <a:lnTo>
                  <a:pt x="7424737" y="1589087"/>
                </a:lnTo>
                <a:lnTo>
                  <a:pt x="7442200" y="1631950"/>
                </a:lnTo>
                <a:lnTo>
                  <a:pt x="7459662" y="1671637"/>
                </a:lnTo>
                <a:lnTo>
                  <a:pt x="7478712" y="1708150"/>
                </a:lnTo>
                <a:lnTo>
                  <a:pt x="7497762" y="1743075"/>
                </a:lnTo>
                <a:lnTo>
                  <a:pt x="7516812" y="1782762"/>
                </a:lnTo>
                <a:lnTo>
                  <a:pt x="7532687" y="1824037"/>
                </a:lnTo>
                <a:lnTo>
                  <a:pt x="7546975" y="1870075"/>
                </a:lnTo>
                <a:lnTo>
                  <a:pt x="7558087" y="1922462"/>
                </a:lnTo>
                <a:lnTo>
                  <a:pt x="7566025" y="1982787"/>
                </a:lnTo>
                <a:lnTo>
                  <a:pt x="7569200" y="2051050"/>
                </a:lnTo>
                <a:lnTo>
                  <a:pt x="7566025" y="2119312"/>
                </a:lnTo>
                <a:lnTo>
                  <a:pt x="7558087" y="2179637"/>
                </a:lnTo>
                <a:lnTo>
                  <a:pt x="7546975" y="2232025"/>
                </a:lnTo>
                <a:lnTo>
                  <a:pt x="7532687" y="2278062"/>
                </a:lnTo>
                <a:lnTo>
                  <a:pt x="7516812" y="2319337"/>
                </a:lnTo>
                <a:lnTo>
                  <a:pt x="7497762" y="2359025"/>
                </a:lnTo>
                <a:lnTo>
                  <a:pt x="7478712" y="2395537"/>
                </a:lnTo>
                <a:lnTo>
                  <a:pt x="7459662" y="2433637"/>
                </a:lnTo>
                <a:lnTo>
                  <a:pt x="7442200" y="2471737"/>
                </a:lnTo>
                <a:lnTo>
                  <a:pt x="7424737" y="2513012"/>
                </a:lnTo>
                <a:lnTo>
                  <a:pt x="7410450" y="2560637"/>
                </a:lnTo>
                <a:lnTo>
                  <a:pt x="7400925" y="2613025"/>
                </a:lnTo>
                <a:lnTo>
                  <a:pt x="7391400" y="2671762"/>
                </a:lnTo>
                <a:lnTo>
                  <a:pt x="7389812" y="2741612"/>
                </a:lnTo>
                <a:lnTo>
                  <a:pt x="7391400" y="2809875"/>
                </a:lnTo>
                <a:lnTo>
                  <a:pt x="7400925" y="2868612"/>
                </a:lnTo>
                <a:lnTo>
                  <a:pt x="7410450" y="2922587"/>
                </a:lnTo>
                <a:lnTo>
                  <a:pt x="7424737" y="2967037"/>
                </a:lnTo>
                <a:lnTo>
                  <a:pt x="7442200" y="3009900"/>
                </a:lnTo>
                <a:lnTo>
                  <a:pt x="7459662" y="3046412"/>
                </a:lnTo>
                <a:lnTo>
                  <a:pt x="7478712" y="3084512"/>
                </a:lnTo>
                <a:lnTo>
                  <a:pt x="7497762" y="3121025"/>
                </a:lnTo>
                <a:lnTo>
                  <a:pt x="7516812" y="3160712"/>
                </a:lnTo>
                <a:lnTo>
                  <a:pt x="7532687" y="3201987"/>
                </a:lnTo>
                <a:lnTo>
                  <a:pt x="7546975" y="3248025"/>
                </a:lnTo>
                <a:lnTo>
                  <a:pt x="7558087" y="3300412"/>
                </a:lnTo>
                <a:lnTo>
                  <a:pt x="7566025" y="3360737"/>
                </a:lnTo>
                <a:lnTo>
                  <a:pt x="7569200" y="3427412"/>
                </a:lnTo>
                <a:lnTo>
                  <a:pt x="7566025" y="3497262"/>
                </a:lnTo>
                <a:lnTo>
                  <a:pt x="7558087" y="3557587"/>
                </a:lnTo>
                <a:lnTo>
                  <a:pt x="7546975" y="3609975"/>
                </a:lnTo>
                <a:lnTo>
                  <a:pt x="7532687" y="3656012"/>
                </a:lnTo>
                <a:lnTo>
                  <a:pt x="7516812" y="3697287"/>
                </a:lnTo>
                <a:lnTo>
                  <a:pt x="7497762" y="3736975"/>
                </a:lnTo>
                <a:lnTo>
                  <a:pt x="7459662" y="3811587"/>
                </a:lnTo>
                <a:lnTo>
                  <a:pt x="7442200" y="3848100"/>
                </a:lnTo>
                <a:lnTo>
                  <a:pt x="7424737" y="3890962"/>
                </a:lnTo>
                <a:lnTo>
                  <a:pt x="7410450" y="3935412"/>
                </a:lnTo>
                <a:lnTo>
                  <a:pt x="7400925" y="3987800"/>
                </a:lnTo>
                <a:lnTo>
                  <a:pt x="7391400" y="4048125"/>
                </a:lnTo>
                <a:lnTo>
                  <a:pt x="7389812" y="4116387"/>
                </a:lnTo>
                <a:lnTo>
                  <a:pt x="7391400" y="4186237"/>
                </a:lnTo>
                <a:lnTo>
                  <a:pt x="7400925" y="4244975"/>
                </a:lnTo>
                <a:lnTo>
                  <a:pt x="7410450" y="4297362"/>
                </a:lnTo>
                <a:lnTo>
                  <a:pt x="7424737" y="4343400"/>
                </a:lnTo>
                <a:lnTo>
                  <a:pt x="7442200" y="4386262"/>
                </a:lnTo>
                <a:lnTo>
                  <a:pt x="7459662" y="4424362"/>
                </a:lnTo>
                <a:lnTo>
                  <a:pt x="7497762" y="4498975"/>
                </a:lnTo>
                <a:lnTo>
                  <a:pt x="7516812" y="4537075"/>
                </a:lnTo>
                <a:lnTo>
                  <a:pt x="7532687" y="4579937"/>
                </a:lnTo>
                <a:lnTo>
                  <a:pt x="7546975" y="4625975"/>
                </a:lnTo>
                <a:lnTo>
                  <a:pt x="7558087" y="4678362"/>
                </a:lnTo>
                <a:lnTo>
                  <a:pt x="7566025" y="4738687"/>
                </a:lnTo>
                <a:lnTo>
                  <a:pt x="7569200" y="4806950"/>
                </a:lnTo>
                <a:lnTo>
                  <a:pt x="7566025" y="4875212"/>
                </a:lnTo>
                <a:lnTo>
                  <a:pt x="7558087" y="4935537"/>
                </a:lnTo>
                <a:lnTo>
                  <a:pt x="7546975" y="4987925"/>
                </a:lnTo>
                <a:lnTo>
                  <a:pt x="7532687" y="5033962"/>
                </a:lnTo>
                <a:lnTo>
                  <a:pt x="7516812" y="5075237"/>
                </a:lnTo>
                <a:lnTo>
                  <a:pt x="7497762" y="5114925"/>
                </a:lnTo>
                <a:lnTo>
                  <a:pt x="7478712" y="5149850"/>
                </a:lnTo>
                <a:lnTo>
                  <a:pt x="7459662" y="5186362"/>
                </a:lnTo>
                <a:lnTo>
                  <a:pt x="7442200" y="5226050"/>
                </a:lnTo>
                <a:lnTo>
                  <a:pt x="7424737" y="5268912"/>
                </a:lnTo>
                <a:lnTo>
                  <a:pt x="7410450" y="5313362"/>
                </a:lnTo>
                <a:lnTo>
                  <a:pt x="7400925" y="5365750"/>
                </a:lnTo>
                <a:lnTo>
                  <a:pt x="7391400" y="5426075"/>
                </a:lnTo>
                <a:lnTo>
                  <a:pt x="7389812" y="5494337"/>
                </a:lnTo>
                <a:lnTo>
                  <a:pt x="7391400" y="5562600"/>
                </a:lnTo>
                <a:lnTo>
                  <a:pt x="7400925" y="5622925"/>
                </a:lnTo>
                <a:lnTo>
                  <a:pt x="7410450" y="5675312"/>
                </a:lnTo>
                <a:lnTo>
                  <a:pt x="7424737" y="5721350"/>
                </a:lnTo>
                <a:lnTo>
                  <a:pt x="7442200" y="5762625"/>
                </a:lnTo>
                <a:lnTo>
                  <a:pt x="7459662" y="5802312"/>
                </a:lnTo>
                <a:lnTo>
                  <a:pt x="7478712" y="5840412"/>
                </a:lnTo>
                <a:lnTo>
                  <a:pt x="7497762" y="5876925"/>
                </a:lnTo>
                <a:lnTo>
                  <a:pt x="7516812" y="5915025"/>
                </a:lnTo>
                <a:lnTo>
                  <a:pt x="7532687" y="5956300"/>
                </a:lnTo>
                <a:lnTo>
                  <a:pt x="7546975" y="6003925"/>
                </a:lnTo>
                <a:lnTo>
                  <a:pt x="7558087" y="6056312"/>
                </a:lnTo>
                <a:lnTo>
                  <a:pt x="7566025" y="6113462"/>
                </a:lnTo>
                <a:lnTo>
                  <a:pt x="7569200" y="6183312"/>
                </a:lnTo>
                <a:lnTo>
                  <a:pt x="7566025" y="6251575"/>
                </a:lnTo>
                <a:lnTo>
                  <a:pt x="7558087" y="6311900"/>
                </a:lnTo>
                <a:lnTo>
                  <a:pt x="7546975" y="6361112"/>
                </a:lnTo>
                <a:lnTo>
                  <a:pt x="7532687" y="6407150"/>
                </a:lnTo>
                <a:lnTo>
                  <a:pt x="7516812" y="6448425"/>
                </a:lnTo>
                <a:lnTo>
                  <a:pt x="7499350" y="6488112"/>
                </a:lnTo>
                <a:lnTo>
                  <a:pt x="7481887" y="6523037"/>
                </a:lnTo>
                <a:lnTo>
                  <a:pt x="7462837" y="6561137"/>
                </a:lnTo>
                <a:lnTo>
                  <a:pt x="7443787" y="6597650"/>
                </a:lnTo>
                <a:lnTo>
                  <a:pt x="7427912" y="6640512"/>
                </a:lnTo>
                <a:lnTo>
                  <a:pt x="7412037" y="6683375"/>
                </a:lnTo>
                <a:lnTo>
                  <a:pt x="7402512" y="6735762"/>
                </a:lnTo>
                <a:lnTo>
                  <a:pt x="7394575" y="6791325"/>
                </a:lnTo>
                <a:lnTo>
                  <a:pt x="7389812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D3E95A6B-F840-413C-9E78-C33C02FFA46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CBED5F35-4EFC-4B1A-A685-D0FE2F7AD3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50787" y="482321"/>
            <a:ext cx="3656581" cy="5571625"/>
          </a:xfrm>
        </p:spPr>
        <p:txBody>
          <a:bodyPr anchor="ctr">
            <a:normAutofit/>
          </a:bodyPr>
          <a:lstStyle/>
          <a:p>
            <a:r>
              <a:rPr lang="en-US" sz="4000" b="1" dirty="0"/>
              <a:t>The Concluding Sentence</a:t>
            </a:r>
            <a:br>
              <a:rPr lang="en-US" sz="4000" b="1" dirty="0"/>
            </a:br>
            <a:endParaRPr lang="en-US" sz="4000" dirty="0">
              <a:latin typeface="Bodoni MT" panose="02070603080606020203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xmlns="" id="{2A443C2E-3415-4200-BBA0-4478729C170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99562095"/>
              </p:ext>
            </p:extLst>
          </p:nvPr>
        </p:nvGraphicFramePr>
        <p:xfrm>
          <a:off x="765175" y="481014"/>
          <a:ext cx="4940166" cy="34084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672197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7940183-98AF-438D-AC1C-0AF4CC28DB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chemeClr val="accent3">
                    <a:lumMod val="75000"/>
                  </a:schemeClr>
                </a:solidFill>
              </a:rPr>
              <a:t>Tips for Writing a Good Paragraph</a:t>
            </a:r>
            <a:r>
              <a:rPr lang="en-US" sz="4000" b="1" dirty="0"/>
              <a:t/>
            </a:r>
            <a:br>
              <a:rPr lang="en-US" sz="4000" b="1" dirty="0"/>
            </a:br>
            <a:endParaRPr lang="en-US" sz="4000" dirty="0">
              <a:latin typeface="Bodoni MT" panose="02070603080606020203" pitchFamily="18" charset="0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251678" y="1627200"/>
            <a:ext cx="10043094" cy="452483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198375" rIns="91440" bIns="198375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500" b="1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Franklin Gothic Heavy" panose="020B0903020102020204" pitchFamily="34" charset="0"/>
              </a:rPr>
              <a:t>Stay on Topic:</a:t>
            </a:r>
            <a:r>
              <a:rPr kumimoji="0" lang="en-US" sz="25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Franklin Gothic Heavy" panose="020B0903020102020204" pitchFamily="34" charset="0"/>
              </a:rPr>
              <a:t> Focus on one main idea.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sz="2500" b="0" i="0" u="none" strike="noStrike" cap="none" normalizeH="0" baseline="0" dirty="0" smtClean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latin typeface="Franklin Gothic Heavy" panose="020B09030201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500" b="1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Franklin Gothic Heavy" panose="020B0903020102020204" pitchFamily="34" charset="0"/>
              </a:rPr>
              <a:t>Be Clear and Concise:</a:t>
            </a:r>
            <a:r>
              <a:rPr kumimoji="0" lang="en-US" sz="25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Franklin Gothic Heavy" panose="020B0903020102020204" pitchFamily="34" charset="0"/>
              </a:rPr>
              <a:t> Avoid unnecessary words and details.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sz="2500" b="0" i="0" u="none" strike="noStrike" cap="none" normalizeH="0" baseline="0" dirty="0" smtClean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latin typeface="Franklin Gothic Heavy" panose="020B09030201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500" b="1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Franklin Gothic Heavy" panose="020B0903020102020204" pitchFamily="34" charset="0"/>
              </a:rPr>
              <a:t>Use Transition Words:</a:t>
            </a:r>
            <a:r>
              <a:rPr kumimoji="0" lang="en-US" sz="25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Franklin Gothic Heavy" panose="020B0903020102020204" pitchFamily="34" charset="0"/>
              </a:rPr>
              <a:t> Help the flow of ideas (e.g., "furthermore," "however").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sz="2500" b="0" i="0" u="none" strike="noStrike" cap="none" normalizeH="0" baseline="0" dirty="0" smtClean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latin typeface="Franklin Gothic Heavy" panose="020B09030201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500" b="1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Franklin Gothic Heavy" panose="020B0903020102020204" pitchFamily="34" charset="0"/>
              </a:rPr>
              <a:t>Vary Sentence Structure:</a:t>
            </a:r>
            <a:r>
              <a:rPr kumimoji="0" lang="en-US" sz="25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Franklin Gothic Heavy" panose="020B0903020102020204" pitchFamily="34" charset="0"/>
              </a:rPr>
              <a:t> Keep the paragraph interesting.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sz="2500" b="0" i="0" u="none" strike="noStrike" cap="none" normalizeH="0" baseline="0" dirty="0" smtClean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latin typeface="Franklin Gothic Heavy" panose="020B09030201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500" b="1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Franklin Gothic Heavy" panose="020B0903020102020204" pitchFamily="34" charset="0"/>
              </a:rPr>
              <a:t>Proofread:</a:t>
            </a:r>
            <a:r>
              <a:rPr kumimoji="0" lang="en-US" sz="25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Franklin Gothic Heavy" panose="020B0903020102020204" pitchFamily="34" charset="0"/>
              </a:rPr>
              <a:t> Check for grammar and spelling errors.</a:t>
            </a:r>
            <a:r>
              <a:rPr kumimoji="0" lang="en-US" sz="11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</a:rPr>
              <a:t/>
            </a:r>
            <a:br>
              <a:rPr kumimoji="0" lang="en-US" sz="11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</a:rPr>
            </a:b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10809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7">
            <a:extLst>
              <a:ext uri="{FF2B5EF4-FFF2-40B4-BE49-F238E27FC236}">
                <a16:creationId xmlns:a16="http://schemas.microsoft.com/office/drawing/2014/main" xmlns="" id="{06F0F283-C8B6-4598-89C9-C404C98A571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 bwMode="ltGray"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Freeform: Shape 9">
            <a:extLst>
              <a:ext uri="{FF2B5EF4-FFF2-40B4-BE49-F238E27FC236}">
                <a16:creationId xmlns:a16="http://schemas.microsoft.com/office/drawing/2014/main" xmlns="" id="{E473B0C0-761B-443F-97A0-9D6E01FBB75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 bwMode="ltGray">
          <a:xfrm>
            <a:off x="-1" y="-2"/>
            <a:ext cx="6300250" cy="6858002"/>
          </a:xfrm>
          <a:custGeom>
            <a:avLst/>
            <a:gdLst>
              <a:gd name="connsiteX0" fmla="*/ 0 w 6300250"/>
              <a:gd name="connsiteY0" fmla="*/ 0 h 6858002"/>
              <a:gd name="connsiteX1" fmla="*/ 3149600 w 6300250"/>
              <a:gd name="connsiteY1" fmla="*/ 0 h 6858002"/>
              <a:gd name="connsiteX2" fmla="*/ 3149600 w 6300250"/>
              <a:gd name="connsiteY2" fmla="*/ 2 h 6858002"/>
              <a:gd name="connsiteX3" fmla="*/ 6110455 w 6300250"/>
              <a:gd name="connsiteY3" fmla="*/ 2 h 6858002"/>
              <a:gd name="connsiteX4" fmla="*/ 6115495 w 6300250"/>
              <a:gd name="connsiteY4" fmla="*/ 66677 h 6858002"/>
              <a:gd name="connsiteX5" fmla="*/ 6123892 w 6300250"/>
              <a:gd name="connsiteY5" fmla="*/ 122239 h 6858002"/>
              <a:gd name="connsiteX6" fmla="*/ 6133970 w 6300250"/>
              <a:gd name="connsiteY6" fmla="*/ 174627 h 6858002"/>
              <a:gd name="connsiteX7" fmla="*/ 6150766 w 6300250"/>
              <a:gd name="connsiteY7" fmla="*/ 217489 h 6858002"/>
              <a:gd name="connsiteX8" fmla="*/ 6167562 w 6300250"/>
              <a:gd name="connsiteY8" fmla="*/ 260352 h 6858002"/>
              <a:gd name="connsiteX9" fmla="*/ 6187717 w 6300250"/>
              <a:gd name="connsiteY9" fmla="*/ 296864 h 6858002"/>
              <a:gd name="connsiteX10" fmla="*/ 6207872 w 6300250"/>
              <a:gd name="connsiteY10" fmla="*/ 334964 h 6858002"/>
              <a:gd name="connsiteX11" fmla="*/ 6226348 w 6300250"/>
              <a:gd name="connsiteY11" fmla="*/ 369889 h 6858002"/>
              <a:gd name="connsiteX12" fmla="*/ 6244823 w 6300250"/>
              <a:gd name="connsiteY12" fmla="*/ 409577 h 6858002"/>
              <a:gd name="connsiteX13" fmla="*/ 6261619 w 6300250"/>
              <a:gd name="connsiteY13" fmla="*/ 450852 h 6858002"/>
              <a:gd name="connsiteX14" fmla="*/ 6276736 w 6300250"/>
              <a:gd name="connsiteY14" fmla="*/ 496889 h 6858002"/>
              <a:gd name="connsiteX15" fmla="*/ 6288493 w 6300250"/>
              <a:gd name="connsiteY15" fmla="*/ 546102 h 6858002"/>
              <a:gd name="connsiteX16" fmla="*/ 6296891 w 6300250"/>
              <a:gd name="connsiteY16" fmla="*/ 606427 h 6858002"/>
              <a:gd name="connsiteX17" fmla="*/ 6300250 w 6300250"/>
              <a:gd name="connsiteY17" fmla="*/ 673102 h 6858002"/>
              <a:gd name="connsiteX18" fmla="*/ 6296891 w 6300250"/>
              <a:gd name="connsiteY18" fmla="*/ 744539 h 6858002"/>
              <a:gd name="connsiteX19" fmla="*/ 6288493 w 6300250"/>
              <a:gd name="connsiteY19" fmla="*/ 801689 h 6858002"/>
              <a:gd name="connsiteX20" fmla="*/ 6276736 w 6300250"/>
              <a:gd name="connsiteY20" fmla="*/ 854077 h 6858002"/>
              <a:gd name="connsiteX21" fmla="*/ 6261619 w 6300250"/>
              <a:gd name="connsiteY21" fmla="*/ 901702 h 6858002"/>
              <a:gd name="connsiteX22" fmla="*/ 6244823 w 6300250"/>
              <a:gd name="connsiteY22" fmla="*/ 942977 h 6858002"/>
              <a:gd name="connsiteX23" fmla="*/ 6224668 w 6300250"/>
              <a:gd name="connsiteY23" fmla="*/ 981077 h 6858002"/>
              <a:gd name="connsiteX24" fmla="*/ 6204513 w 6300250"/>
              <a:gd name="connsiteY24" fmla="*/ 1017589 h 6858002"/>
              <a:gd name="connsiteX25" fmla="*/ 6184358 w 6300250"/>
              <a:gd name="connsiteY25" fmla="*/ 1055689 h 6858002"/>
              <a:gd name="connsiteX26" fmla="*/ 6165882 w 6300250"/>
              <a:gd name="connsiteY26" fmla="*/ 1095377 h 6858002"/>
              <a:gd name="connsiteX27" fmla="*/ 6147406 w 6300250"/>
              <a:gd name="connsiteY27" fmla="*/ 1136652 h 6858002"/>
              <a:gd name="connsiteX28" fmla="*/ 6132291 w 6300250"/>
              <a:gd name="connsiteY28" fmla="*/ 1182689 h 6858002"/>
              <a:gd name="connsiteX29" fmla="*/ 6122213 w 6300250"/>
              <a:gd name="connsiteY29" fmla="*/ 1235077 h 6858002"/>
              <a:gd name="connsiteX30" fmla="*/ 6112135 w 6300250"/>
              <a:gd name="connsiteY30" fmla="*/ 1295402 h 6858002"/>
              <a:gd name="connsiteX31" fmla="*/ 6110455 w 6300250"/>
              <a:gd name="connsiteY31" fmla="*/ 1363664 h 6858002"/>
              <a:gd name="connsiteX32" fmla="*/ 6112135 w 6300250"/>
              <a:gd name="connsiteY32" fmla="*/ 1431927 h 6858002"/>
              <a:gd name="connsiteX33" fmla="*/ 6122213 w 6300250"/>
              <a:gd name="connsiteY33" fmla="*/ 1492252 h 6858002"/>
              <a:gd name="connsiteX34" fmla="*/ 6132291 w 6300250"/>
              <a:gd name="connsiteY34" fmla="*/ 1544639 h 6858002"/>
              <a:gd name="connsiteX35" fmla="*/ 6147406 w 6300250"/>
              <a:gd name="connsiteY35" fmla="*/ 1589089 h 6858002"/>
              <a:gd name="connsiteX36" fmla="*/ 6165882 w 6300250"/>
              <a:gd name="connsiteY36" fmla="*/ 1631952 h 6858002"/>
              <a:gd name="connsiteX37" fmla="*/ 6184358 w 6300250"/>
              <a:gd name="connsiteY37" fmla="*/ 1671639 h 6858002"/>
              <a:gd name="connsiteX38" fmla="*/ 6204513 w 6300250"/>
              <a:gd name="connsiteY38" fmla="*/ 1708152 h 6858002"/>
              <a:gd name="connsiteX39" fmla="*/ 6224668 w 6300250"/>
              <a:gd name="connsiteY39" fmla="*/ 1743077 h 6858002"/>
              <a:gd name="connsiteX40" fmla="*/ 6244823 w 6300250"/>
              <a:gd name="connsiteY40" fmla="*/ 1782764 h 6858002"/>
              <a:gd name="connsiteX41" fmla="*/ 6261619 w 6300250"/>
              <a:gd name="connsiteY41" fmla="*/ 1824039 h 6858002"/>
              <a:gd name="connsiteX42" fmla="*/ 6276736 w 6300250"/>
              <a:gd name="connsiteY42" fmla="*/ 1870077 h 6858002"/>
              <a:gd name="connsiteX43" fmla="*/ 6288493 w 6300250"/>
              <a:gd name="connsiteY43" fmla="*/ 1922464 h 6858002"/>
              <a:gd name="connsiteX44" fmla="*/ 6296891 w 6300250"/>
              <a:gd name="connsiteY44" fmla="*/ 1982789 h 6858002"/>
              <a:gd name="connsiteX45" fmla="*/ 6300250 w 6300250"/>
              <a:gd name="connsiteY45" fmla="*/ 2051052 h 6858002"/>
              <a:gd name="connsiteX46" fmla="*/ 6296891 w 6300250"/>
              <a:gd name="connsiteY46" fmla="*/ 2119314 h 6858002"/>
              <a:gd name="connsiteX47" fmla="*/ 6288493 w 6300250"/>
              <a:gd name="connsiteY47" fmla="*/ 2179639 h 6858002"/>
              <a:gd name="connsiteX48" fmla="*/ 6276736 w 6300250"/>
              <a:gd name="connsiteY48" fmla="*/ 2232027 h 6858002"/>
              <a:gd name="connsiteX49" fmla="*/ 6261619 w 6300250"/>
              <a:gd name="connsiteY49" fmla="*/ 2278064 h 6858002"/>
              <a:gd name="connsiteX50" fmla="*/ 6244823 w 6300250"/>
              <a:gd name="connsiteY50" fmla="*/ 2319339 h 6858002"/>
              <a:gd name="connsiteX51" fmla="*/ 6224668 w 6300250"/>
              <a:gd name="connsiteY51" fmla="*/ 2359027 h 6858002"/>
              <a:gd name="connsiteX52" fmla="*/ 6204513 w 6300250"/>
              <a:gd name="connsiteY52" fmla="*/ 2395539 h 6858002"/>
              <a:gd name="connsiteX53" fmla="*/ 6184358 w 6300250"/>
              <a:gd name="connsiteY53" fmla="*/ 2433639 h 6858002"/>
              <a:gd name="connsiteX54" fmla="*/ 6165882 w 6300250"/>
              <a:gd name="connsiteY54" fmla="*/ 2471739 h 6858002"/>
              <a:gd name="connsiteX55" fmla="*/ 6147406 w 6300250"/>
              <a:gd name="connsiteY55" fmla="*/ 2513014 h 6858002"/>
              <a:gd name="connsiteX56" fmla="*/ 6132291 w 6300250"/>
              <a:gd name="connsiteY56" fmla="*/ 2560639 h 6858002"/>
              <a:gd name="connsiteX57" fmla="*/ 6122213 w 6300250"/>
              <a:gd name="connsiteY57" fmla="*/ 2613027 h 6858002"/>
              <a:gd name="connsiteX58" fmla="*/ 6112135 w 6300250"/>
              <a:gd name="connsiteY58" fmla="*/ 2671764 h 6858002"/>
              <a:gd name="connsiteX59" fmla="*/ 6110455 w 6300250"/>
              <a:gd name="connsiteY59" fmla="*/ 2741614 h 6858002"/>
              <a:gd name="connsiteX60" fmla="*/ 6112135 w 6300250"/>
              <a:gd name="connsiteY60" fmla="*/ 2809877 h 6858002"/>
              <a:gd name="connsiteX61" fmla="*/ 6122213 w 6300250"/>
              <a:gd name="connsiteY61" fmla="*/ 2868614 h 6858002"/>
              <a:gd name="connsiteX62" fmla="*/ 6132291 w 6300250"/>
              <a:gd name="connsiteY62" fmla="*/ 2922589 h 6858002"/>
              <a:gd name="connsiteX63" fmla="*/ 6147406 w 6300250"/>
              <a:gd name="connsiteY63" fmla="*/ 2967039 h 6858002"/>
              <a:gd name="connsiteX64" fmla="*/ 6165882 w 6300250"/>
              <a:gd name="connsiteY64" fmla="*/ 3009902 h 6858002"/>
              <a:gd name="connsiteX65" fmla="*/ 6184358 w 6300250"/>
              <a:gd name="connsiteY65" fmla="*/ 3046414 h 6858002"/>
              <a:gd name="connsiteX66" fmla="*/ 6204513 w 6300250"/>
              <a:gd name="connsiteY66" fmla="*/ 3084514 h 6858002"/>
              <a:gd name="connsiteX67" fmla="*/ 6224668 w 6300250"/>
              <a:gd name="connsiteY67" fmla="*/ 3121027 h 6858002"/>
              <a:gd name="connsiteX68" fmla="*/ 6244823 w 6300250"/>
              <a:gd name="connsiteY68" fmla="*/ 3160714 h 6858002"/>
              <a:gd name="connsiteX69" fmla="*/ 6261619 w 6300250"/>
              <a:gd name="connsiteY69" fmla="*/ 3201989 h 6858002"/>
              <a:gd name="connsiteX70" fmla="*/ 6276736 w 6300250"/>
              <a:gd name="connsiteY70" fmla="*/ 3248027 h 6858002"/>
              <a:gd name="connsiteX71" fmla="*/ 6288493 w 6300250"/>
              <a:gd name="connsiteY71" fmla="*/ 3300414 h 6858002"/>
              <a:gd name="connsiteX72" fmla="*/ 6296891 w 6300250"/>
              <a:gd name="connsiteY72" fmla="*/ 3360739 h 6858002"/>
              <a:gd name="connsiteX73" fmla="*/ 6300250 w 6300250"/>
              <a:gd name="connsiteY73" fmla="*/ 3427414 h 6858002"/>
              <a:gd name="connsiteX74" fmla="*/ 6296891 w 6300250"/>
              <a:gd name="connsiteY74" fmla="*/ 3497264 h 6858002"/>
              <a:gd name="connsiteX75" fmla="*/ 6288493 w 6300250"/>
              <a:gd name="connsiteY75" fmla="*/ 3557589 h 6858002"/>
              <a:gd name="connsiteX76" fmla="*/ 6276736 w 6300250"/>
              <a:gd name="connsiteY76" fmla="*/ 3609977 h 6858002"/>
              <a:gd name="connsiteX77" fmla="*/ 6261619 w 6300250"/>
              <a:gd name="connsiteY77" fmla="*/ 3656014 h 6858002"/>
              <a:gd name="connsiteX78" fmla="*/ 6244823 w 6300250"/>
              <a:gd name="connsiteY78" fmla="*/ 3697289 h 6858002"/>
              <a:gd name="connsiteX79" fmla="*/ 6224668 w 6300250"/>
              <a:gd name="connsiteY79" fmla="*/ 3736977 h 6858002"/>
              <a:gd name="connsiteX80" fmla="*/ 6184358 w 6300250"/>
              <a:gd name="connsiteY80" fmla="*/ 3811589 h 6858002"/>
              <a:gd name="connsiteX81" fmla="*/ 6165882 w 6300250"/>
              <a:gd name="connsiteY81" fmla="*/ 3848102 h 6858002"/>
              <a:gd name="connsiteX82" fmla="*/ 6147406 w 6300250"/>
              <a:gd name="connsiteY82" fmla="*/ 3890964 h 6858002"/>
              <a:gd name="connsiteX83" fmla="*/ 6132291 w 6300250"/>
              <a:gd name="connsiteY83" fmla="*/ 3935414 h 6858002"/>
              <a:gd name="connsiteX84" fmla="*/ 6122213 w 6300250"/>
              <a:gd name="connsiteY84" fmla="*/ 3987802 h 6858002"/>
              <a:gd name="connsiteX85" fmla="*/ 6112135 w 6300250"/>
              <a:gd name="connsiteY85" fmla="*/ 4048127 h 6858002"/>
              <a:gd name="connsiteX86" fmla="*/ 6110455 w 6300250"/>
              <a:gd name="connsiteY86" fmla="*/ 4116389 h 6858002"/>
              <a:gd name="connsiteX87" fmla="*/ 6112135 w 6300250"/>
              <a:gd name="connsiteY87" fmla="*/ 4186239 h 6858002"/>
              <a:gd name="connsiteX88" fmla="*/ 6122213 w 6300250"/>
              <a:gd name="connsiteY88" fmla="*/ 4244977 h 6858002"/>
              <a:gd name="connsiteX89" fmla="*/ 6132291 w 6300250"/>
              <a:gd name="connsiteY89" fmla="*/ 4297364 h 6858002"/>
              <a:gd name="connsiteX90" fmla="*/ 6147406 w 6300250"/>
              <a:gd name="connsiteY90" fmla="*/ 4343402 h 6858002"/>
              <a:gd name="connsiteX91" fmla="*/ 6165882 w 6300250"/>
              <a:gd name="connsiteY91" fmla="*/ 4386264 h 6858002"/>
              <a:gd name="connsiteX92" fmla="*/ 6184358 w 6300250"/>
              <a:gd name="connsiteY92" fmla="*/ 4424364 h 6858002"/>
              <a:gd name="connsiteX93" fmla="*/ 6224668 w 6300250"/>
              <a:gd name="connsiteY93" fmla="*/ 4498977 h 6858002"/>
              <a:gd name="connsiteX94" fmla="*/ 6244823 w 6300250"/>
              <a:gd name="connsiteY94" fmla="*/ 4537077 h 6858002"/>
              <a:gd name="connsiteX95" fmla="*/ 6261619 w 6300250"/>
              <a:gd name="connsiteY95" fmla="*/ 4579939 h 6858002"/>
              <a:gd name="connsiteX96" fmla="*/ 6276736 w 6300250"/>
              <a:gd name="connsiteY96" fmla="*/ 4625977 h 6858002"/>
              <a:gd name="connsiteX97" fmla="*/ 6288493 w 6300250"/>
              <a:gd name="connsiteY97" fmla="*/ 4678364 h 6858002"/>
              <a:gd name="connsiteX98" fmla="*/ 6296891 w 6300250"/>
              <a:gd name="connsiteY98" fmla="*/ 4738689 h 6858002"/>
              <a:gd name="connsiteX99" fmla="*/ 6300250 w 6300250"/>
              <a:gd name="connsiteY99" fmla="*/ 4806952 h 6858002"/>
              <a:gd name="connsiteX100" fmla="*/ 6296891 w 6300250"/>
              <a:gd name="connsiteY100" fmla="*/ 4875214 h 6858002"/>
              <a:gd name="connsiteX101" fmla="*/ 6288493 w 6300250"/>
              <a:gd name="connsiteY101" fmla="*/ 4935539 h 6858002"/>
              <a:gd name="connsiteX102" fmla="*/ 6276736 w 6300250"/>
              <a:gd name="connsiteY102" fmla="*/ 4987927 h 6858002"/>
              <a:gd name="connsiteX103" fmla="*/ 6261619 w 6300250"/>
              <a:gd name="connsiteY103" fmla="*/ 5033964 h 6858002"/>
              <a:gd name="connsiteX104" fmla="*/ 6244823 w 6300250"/>
              <a:gd name="connsiteY104" fmla="*/ 5075239 h 6858002"/>
              <a:gd name="connsiteX105" fmla="*/ 6224668 w 6300250"/>
              <a:gd name="connsiteY105" fmla="*/ 5114927 h 6858002"/>
              <a:gd name="connsiteX106" fmla="*/ 6204513 w 6300250"/>
              <a:gd name="connsiteY106" fmla="*/ 5149852 h 6858002"/>
              <a:gd name="connsiteX107" fmla="*/ 6184358 w 6300250"/>
              <a:gd name="connsiteY107" fmla="*/ 5186364 h 6858002"/>
              <a:gd name="connsiteX108" fmla="*/ 6165882 w 6300250"/>
              <a:gd name="connsiteY108" fmla="*/ 5226052 h 6858002"/>
              <a:gd name="connsiteX109" fmla="*/ 6147406 w 6300250"/>
              <a:gd name="connsiteY109" fmla="*/ 5268914 h 6858002"/>
              <a:gd name="connsiteX110" fmla="*/ 6132291 w 6300250"/>
              <a:gd name="connsiteY110" fmla="*/ 5313364 h 6858002"/>
              <a:gd name="connsiteX111" fmla="*/ 6122213 w 6300250"/>
              <a:gd name="connsiteY111" fmla="*/ 5365752 h 6858002"/>
              <a:gd name="connsiteX112" fmla="*/ 6112135 w 6300250"/>
              <a:gd name="connsiteY112" fmla="*/ 5426077 h 6858002"/>
              <a:gd name="connsiteX113" fmla="*/ 6110455 w 6300250"/>
              <a:gd name="connsiteY113" fmla="*/ 5494339 h 6858002"/>
              <a:gd name="connsiteX114" fmla="*/ 6112135 w 6300250"/>
              <a:gd name="connsiteY114" fmla="*/ 5562602 h 6858002"/>
              <a:gd name="connsiteX115" fmla="*/ 6122213 w 6300250"/>
              <a:gd name="connsiteY115" fmla="*/ 5622927 h 6858002"/>
              <a:gd name="connsiteX116" fmla="*/ 6132291 w 6300250"/>
              <a:gd name="connsiteY116" fmla="*/ 5675314 h 6858002"/>
              <a:gd name="connsiteX117" fmla="*/ 6147406 w 6300250"/>
              <a:gd name="connsiteY117" fmla="*/ 5721352 h 6858002"/>
              <a:gd name="connsiteX118" fmla="*/ 6165882 w 6300250"/>
              <a:gd name="connsiteY118" fmla="*/ 5762627 h 6858002"/>
              <a:gd name="connsiteX119" fmla="*/ 6184358 w 6300250"/>
              <a:gd name="connsiteY119" fmla="*/ 5802314 h 6858002"/>
              <a:gd name="connsiteX120" fmla="*/ 6204513 w 6300250"/>
              <a:gd name="connsiteY120" fmla="*/ 5840414 h 6858002"/>
              <a:gd name="connsiteX121" fmla="*/ 6224668 w 6300250"/>
              <a:gd name="connsiteY121" fmla="*/ 5876927 h 6858002"/>
              <a:gd name="connsiteX122" fmla="*/ 6244823 w 6300250"/>
              <a:gd name="connsiteY122" fmla="*/ 5915027 h 6858002"/>
              <a:gd name="connsiteX123" fmla="*/ 6261619 w 6300250"/>
              <a:gd name="connsiteY123" fmla="*/ 5956302 h 6858002"/>
              <a:gd name="connsiteX124" fmla="*/ 6276736 w 6300250"/>
              <a:gd name="connsiteY124" fmla="*/ 6003927 h 6858002"/>
              <a:gd name="connsiteX125" fmla="*/ 6288493 w 6300250"/>
              <a:gd name="connsiteY125" fmla="*/ 6056314 h 6858002"/>
              <a:gd name="connsiteX126" fmla="*/ 6296891 w 6300250"/>
              <a:gd name="connsiteY126" fmla="*/ 6113464 h 6858002"/>
              <a:gd name="connsiteX127" fmla="*/ 6300250 w 6300250"/>
              <a:gd name="connsiteY127" fmla="*/ 6183314 h 6858002"/>
              <a:gd name="connsiteX128" fmla="*/ 6296891 w 6300250"/>
              <a:gd name="connsiteY128" fmla="*/ 6251577 h 6858002"/>
              <a:gd name="connsiteX129" fmla="*/ 6288493 w 6300250"/>
              <a:gd name="connsiteY129" fmla="*/ 6311902 h 6858002"/>
              <a:gd name="connsiteX130" fmla="*/ 6276736 w 6300250"/>
              <a:gd name="connsiteY130" fmla="*/ 6361114 h 6858002"/>
              <a:gd name="connsiteX131" fmla="*/ 6261619 w 6300250"/>
              <a:gd name="connsiteY131" fmla="*/ 6407152 h 6858002"/>
              <a:gd name="connsiteX132" fmla="*/ 6244823 w 6300250"/>
              <a:gd name="connsiteY132" fmla="*/ 6448427 h 6858002"/>
              <a:gd name="connsiteX133" fmla="*/ 6226348 w 6300250"/>
              <a:gd name="connsiteY133" fmla="*/ 6488114 h 6858002"/>
              <a:gd name="connsiteX134" fmla="*/ 6207872 w 6300250"/>
              <a:gd name="connsiteY134" fmla="*/ 6523039 h 6858002"/>
              <a:gd name="connsiteX135" fmla="*/ 6187717 w 6300250"/>
              <a:gd name="connsiteY135" fmla="*/ 6561139 h 6858002"/>
              <a:gd name="connsiteX136" fmla="*/ 6167562 w 6300250"/>
              <a:gd name="connsiteY136" fmla="*/ 6597652 h 6858002"/>
              <a:gd name="connsiteX137" fmla="*/ 6150766 w 6300250"/>
              <a:gd name="connsiteY137" fmla="*/ 6640514 h 6858002"/>
              <a:gd name="connsiteX138" fmla="*/ 6133970 w 6300250"/>
              <a:gd name="connsiteY138" fmla="*/ 6683377 h 6858002"/>
              <a:gd name="connsiteX139" fmla="*/ 6123892 w 6300250"/>
              <a:gd name="connsiteY139" fmla="*/ 6735764 h 6858002"/>
              <a:gd name="connsiteX140" fmla="*/ 6115495 w 6300250"/>
              <a:gd name="connsiteY140" fmla="*/ 6791327 h 6858002"/>
              <a:gd name="connsiteX141" fmla="*/ 6110455 w 6300250"/>
              <a:gd name="connsiteY141" fmla="*/ 6858002 h 6858002"/>
              <a:gd name="connsiteX142" fmla="*/ 3149600 w 6300250"/>
              <a:gd name="connsiteY142" fmla="*/ 6858002 h 6858002"/>
              <a:gd name="connsiteX143" fmla="*/ 2707087 w 6300250"/>
              <a:gd name="connsiteY143" fmla="*/ 6858002 h 6858002"/>
              <a:gd name="connsiteX144" fmla="*/ 0 w 6300250"/>
              <a:gd name="connsiteY144" fmla="*/ 6858002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</a:cxnLst>
            <a:rect l="l" t="t" r="r" b="b"/>
            <a:pathLst>
              <a:path w="6300250" h="6858002">
                <a:moveTo>
                  <a:pt x="0" y="0"/>
                </a:moveTo>
                <a:lnTo>
                  <a:pt x="3149600" y="0"/>
                </a:lnTo>
                <a:lnTo>
                  <a:pt x="3149600" y="2"/>
                </a:lnTo>
                <a:lnTo>
                  <a:pt x="6110455" y="2"/>
                </a:lnTo>
                <a:lnTo>
                  <a:pt x="6115495" y="66677"/>
                </a:lnTo>
                <a:lnTo>
                  <a:pt x="6123892" y="122239"/>
                </a:lnTo>
                <a:lnTo>
                  <a:pt x="6133970" y="174627"/>
                </a:lnTo>
                <a:lnTo>
                  <a:pt x="6150766" y="217489"/>
                </a:lnTo>
                <a:lnTo>
                  <a:pt x="6167562" y="260352"/>
                </a:lnTo>
                <a:lnTo>
                  <a:pt x="6187717" y="296864"/>
                </a:lnTo>
                <a:lnTo>
                  <a:pt x="6207872" y="334964"/>
                </a:lnTo>
                <a:lnTo>
                  <a:pt x="6226348" y="369889"/>
                </a:lnTo>
                <a:lnTo>
                  <a:pt x="6244823" y="409577"/>
                </a:lnTo>
                <a:lnTo>
                  <a:pt x="6261619" y="450852"/>
                </a:lnTo>
                <a:lnTo>
                  <a:pt x="6276736" y="496889"/>
                </a:lnTo>
                <a:lnTo>
                  <a:pt x="6288493" y="546102"/>
                </a:lnTo>
                <a:lnTo>
                  <a:pt x="6296891" y="606427"/>
                </a:lnTo>
                <a:lnTo>
                  <a:pt x="6300250" y="673102"/>
                </a:lnTo>
                <a:lnTo>
                  <a:pt x="6296891" y="744539"/>
                </a:lnTo>
                <a:lnTo>
                  <a:pt x="6288493" y="801689"/>
                </a:lnTo>
                <a:lnTo>
                  <a:pt x="6276736" y="854077"/>
                </a:lnTo>
                <a:lnTo>
                  <a:pt x="6261619" y="901702"/>
                </a:lnTo>
                <a:lnTo>
                  <a:pt x="6244823" y="942977"/>
                </a:lnTo>
                <a:lnTo>
                  <a:pt x="6224668" y="981077"/>
                </a:lnTo>
                <a:lnTo>
                  <a:pt x="6204513" y="1017589"/>
                </a:lnTo>
                <a:lnTo>
                  <a:pt x="6184358" y="1055689"/>
                </a:lnTo>
                <a:lnTo>
                  <a:pt x="6165882" y="1095377"/>
                </a:lnTo>
                <a:lnTo>
                  <a:pt x="6147406" y="1136652"/>
                </a:lnTo>
                <a:lnTo>
                  <a:pt x="6132291" y="1182689"/>
                </a:lnTo>
                <a:lnTo>
                  <a:pt x="6122213" y="1235077"/>
                </a:lnTo>
                <a:lnTo>
                  <a:pt x="6112135" y="1295402"/>
                </a:lnTo>
                <a:lnTo>
                  <a:pt x="6110455" y="1363664"/>
                </a:lnTo>
                <a:lnTo>
                  <a:pt x="6112135" y="1431927"/>
                </a:lnTo>
                <a:lnTo>
                  <a:pt x="6122213" y="1492252"/>
                </a:lnTo>
                <a:lnTo>
                  <a:pt x="6132291" y="1544639"/>
                </a:lnTo>
                <a:lnTo>
                  <a:pt x="6147406" y="1589089"/>
                </a:lnTo>
                <a:lnTo>
                  <a:pt x="6165882" y="1631952"/>
                </a:lnTo>
                <a:lnTo>
                  <a:pt x="6184358" y="1671639"/>
                </a:lnTo>
                <a:lnTo>
                  <a:pt x="6204513" y="1708152"/>
                </a:lnTo>
                <a:lnTo>
                  <a:pt x="6224668" y="1743077"/>
                </a:lnTo>
                <a:lnTo>
                  <a:pt x="6244823" y="1782764"/>
                </a:lnTo>
                <a:lnTo>
                  <a:pt x="6261619" y="1824039"/>
                </a:lnTo>
                <a:lnTo>
                  <a:pt x="6276736" y="1870077"/>
                </a:lnTo>
                <a:lnTo>
                  <a:pt x="6288493" y="1922464"/>
                </a:lnTo>
                <a:lnTo>
                  <a:pt x="6296891" y="1982789"/>
                </a:lnTo>
                <a:lnTo>
                  <a:pt x="6300250" y="2051052"/>
                </a:lnTo>
                <a:lnTo>
                  <a:pt x="6296891" y="2119314"/>
                </a:lnTo>
                <a:lnTo>
                  <a:pt x="6288493" y="2179639"/>
                </a:lnTo>
                <a:lnTo>
                  <a:pt x="6276736" y="2232027"/>
                </a:lnTo>
                <a:lnTo>
                  <a:pt x="6261619" y="2278064"/>
                </a:lnTo>
                <a:lnTo>
                  <a:pt x="6244823" y="2319339"/>
                </a:lnTo>
                <a:lnTo>
                  <a:pt x="6224668" y="2359027"/>
                </a:lnTo>
                <a:lnTo>
                  <a:pt x="6204513" y="2395539"/>
                </a:lnTo>
                <a:lnTo>
                  <a:pt x="6184358" y="2433639"/>
                </a:lnTo>
                <a:lnTo>
                  <a:pt x="6165882" y="2471739"/>
                </a:lnTo>
                <a:lnTo>
                  <a:pt x="6147406" y="2513014"/>
                </a:lnTo>
                <a:lnTo>
                  <a:pt x="6132291" y="2560639"/>
                </a:lnTo>
                <a:lnTo>
                  <a:pt x="6122213" y="2613027"/>
                </a:lnTo>
                <a:lnTo>
                  <a:pt x="6112135" y="2671764"/>
                </a:lnTo>
                <a:lnTo>
                  <a:pt x="6110455" y="2741614"/>
                </a:lnTo>
                <a:lnTo>
                  <a:pt x="6112135" y="2809877"/>
                </a:lnTo>
                <a:lnTo>
                  <a:pt x="6122213" y="2868614"/>
                </a:lnTo>
                <a:lnTo>
                  <a:pt x="6132291" y="2922589"/>
                </a:lnTo>
                <a:lnTo>
                  <a:pt x="6147406" y="2967039"/>
                </a:lnTo>
                <a:lnTo>
                  <a:pt x="6165882" y="3009902"/>
                </a:lnTo>
                <a:lnTo>
                  <a:pt x="6184358" y="3046414"/>
                </a:lnTo>
                <a:lnTo>
                  <a:pt x="6204513" y="3084514"/>
                </a:lnTo>
                <a:lnTo>
                  <a:pt x="6224668" y="3121027"/>
                </a:lnTo>
                <a:lnTo>
                  <a:pt x="6244823" y="3160714"/>
                </a:lnTo>
                <a:lnTo>
                  <a:pt x="6261619" y="3201989"/>
                </a:lnTo>
                <a:lnTo>
                  <a:pt x="6276736" y="3248027"/>
                </a:lnTo>
                <a:lnTo>
                  <a:pt x="6288493" y="3300414"/>
                </a:lnTo>
                <a:lnTo>
                  <a:pt x="6296891" y="3360739"/>
                </a:lnTo>
                <a:lnTo>
                  <a:pt x="6300250" y="3427414"/>
                </a:lnTo>
                <a:lnTo>
                  <a:pt x="6296891" y="3497264"/>
                </a:lnTo>
                <a:lnTo>
                  <a:pt x="6288493" y="3557589"/>
                </a:lnTo>
                <a:lnTo>
                  <a:pt x="6276736" y="3609977"/>
                </a:lnTo>
                <a:lnTo>
                  <a:pt x="6261619" y="3656014"/>
                </a:lnTo>
                <a:lnTo>
                  <a:pt x="6244823" y="3697289"/>
                </a:lnTo>
                <a:lnTo>
                  <a:pt x="6224668" y="3736977"/>
                </a:lnTo>
                <a:lnTo>
                  <a:pt x="6184358" y="3811589"/>
                </a:lnTo>
                <a:lnTo>
                  <a:pt x="6165882" y="3848102"/>
                </a:lnTo>
                <a:lnTo>
                  <a:pt x="6147406" y="3890964"/>
                </a:lnTo>
                <a:lnTo>
                  <a:pt x="6132291" y="3935414"/>
                </a:lnTo>
                <a:lnTo>
                  <a:pt x="6122213" y="3987802"/>
                </a:lnTo>
                <a:lnTo>
                  <a:pt x="6112135" y="4048127"/>
                </a:lnTo>
                <a:lnTo>
                  <a:pt x="6110455" y="4116389"/>
                </a:lnTo>
                <a:lnTo>
                  <a:pt x="6112135" y="4186239"/>
                </a:lnTo>
                <a:lnTo>
                  <a:pt x="6122213" y="4244977"/>
                </a:lnTo>
                <a:lnTo>
                  <a:pt x="6132291" y="4297364"/>
                </a:lnTo>
                <a:lnTo>
                  <a:pt x="6147406" y="4343402"/>
                </a:lnTo>
                <a:lnTo>
                  <a:pt x="6165882" y="4386264"/>
                </a:lnTo>
                <a:lnTo>
                  <a:pt x="6184358" y="4424364"/>
                </a:lnTo>
                <a:lnTo>
                  <a:pt x="6224668" y="4498977"/>
                </a:lnTo>
                <a:lnTo>
                  <a:pt x="6244823" y="4537077"/>
                </a:lnTo>
                <a:lnTo>
                  <a:pt x="6261619" y="4579939"/>
                </a:lnTo>
                <a:lnTo>
                  <a:pt x="6276736" y="4625977"/>
                </a:lnTo>
                <a:lnTo>
                  <a:pt x="6288493" y="4678364"/>
                </a:lnTo>
                <a:lnTo>
                  <a:pt x="6296891" y="4738689"/>
                </a:lnTo>
                <a:lnTo>
                  <a:pt x="6300250" y="4806952"/>
                </a:lnTo>
                <a:lnTo>
                  <a:pt x="6296891" y="4875214"/>
                </a:lnTo>
                <a:lnTo>
                  <a:pt x="6288493" y="4935539"/>
                </a:lnTo>
                <a:lnTo>
                  <a:pt x="6276736" y="4987927"/>
                </a:lnTo>
                <a:lnTo>
                  <a:pt x="6261619" y="5033964"/>
                </a:lnTo>
                <a:lnTo>
                  <a:pt x="6244823" y="5075239"/>
                </a:lnTo>
                <a:lnTo>
                  <a:pt x="6224668" y="5114927"/>
                </a:lnTo>
                <a:lnTo>
                  <a:pt x="6204513" y="5149852"/>
                </a:lnTo>
                <a:lnTo>
                  <a:pt x="6184358" y="5186364"/>
                </a:lnTo>
                <a:lnTo>
                  <a:pt x="6165882" y="5226052"/>
                </a:lnTo>
                <a:lnTo>
                  <a:pt x="6147406" y="5268914"/>
                </a:lnTo>
                <a:lnTo>
                  <a:pt x="6132291" y="5313364"/>
                </a:lnTo>
                <a:lnTo>
                  <a:pt x="6122213" y="5365752"/>
                </a:lnTo>
                <a:lnTo>
                  <a:pt x="6112135" y="5426077"/>
                </a:lnTo>
                <a:lnTo>
                  <a:pt x="6110455" y="5494339"/>
                </a:lnTo>
                <a:lnTo>
                  <a:pt x="6112135" y="5562602"/>
                </a:lnTo>
                <a:lnTo>
                  <a:pt x="6122213" y="5622927"/>
                </a:lnTo>
                <a:lnTo>
                  <a:pt x="6132291" y="5675314"/>
                </a:lnTo>
                <a:lnTo>
                  <a:pt x="6147406" y="5721352"/>
                </a:lnTo>
                <a:lnTo>
                  <a:pt x="6165882" y="5762627"/>
                </a:lnTo>
                <a:lnTo>
                  <a:pt x="6184358" y="5802314"/>
                </a:lnTo>
                <a:lnTo>
                  <a:pt x="6204513" y="5840414"/>
                </a:lnTo>
                <a:lnTo>
                  <a:pt x="6224668" y="5876927"/>
                </a:lnTo>
                <a:lnTo>
                  <a:pt x="6244823" y="5915027"/>
                </a:lnTo>
                <a:lnTo>
                  <a:pt x="6261619" y="5956302"/>
                </a:lnTo>
                <a:lnTo>
                  <a:pt x="6276736" y="6003927"/>
                </a:lnTo>
                <a:lnTo>
                  <a:pt x="6288493" y="6056314"/>
                </a:lnTo>
                <a:lnTo>
                  <a:pt x="6296891" y="6113464"/>
                </a:lnTo>
                <a:lnTo>
                  <a:pt x="6300250" y="6183314"/>
                </a:lnTo>
                <a:lnTo>
                  <a:pt x="6296891" y="6251577"/>
                </a:lnTo>
                <a:lnTo>
                  <a:pt x="6288493" y="6311902"/>
                </a:lnTo>
                <a:lnTo>
                  <a:pt x="6276736" y="6361114"/>
                </a:lnTo>
                <a:lnTo>
                  <a:pt x="6261619" y="6407152"/>
                </a:lnTo>
                <a:lnTo>
                  <a:pt x="6244823" y="6448427"/>
                </a:lnTo>
                <a:lnTo>
                  <a:pt x="6226348" y="6488114"/>
                </a:lnTo>
                <a:lnTo>
                  <a:pt x="6207872" y="6523039"/>
                </a:lnTo>
                <a:lnTo>
                  <a:pt x="6187717" y="6561139"/>
                </a:lnTo>
                <a:lnTo>
                  <a:pt x="6167562" y="6597652"/>
                </a:lnTo>
                <a:lnTo>
                  <a:pt x="6150766" y="6640514"/>
                </a:lnTo>
                <a:lnTo>
                  <a:pt x="6133970" y="6683377"/>
                </a:lnTo>
                <a:lnTo>
                  <a:pt x="6123892" y="6735764"/>
                </a:lnTo>
                <a:lnTo>
                  <a:pt x="6115495" y="6791327"/>
                </a:lnTo>
                <a:lnTo>
                  <a:pt x="6110455" y="6858002"/>
                </a:lnTo>
                <a:lnTo>
                  <a:pt x="3149600" y="6858002"/>
                </a:lnTo>
                <a:lnTo>
                  <a:pt x="2707087" y="6858002"/>
                </a:lnTo>
                <a:lnTo>
                  <a:pt x="0" y="6858002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6" name="Rectangle 11">
            <a:extLst>
              <a:ext uri="{FF2B5EF4-FFF2-40B4-BE49-F238E27FC236}">
                <a16:creationId xmlns:a16="http://schemas.microsoft.com/office/drawing/2014/main" xmlns="" id="{E3B475C6-1445-41C7-9360-49FD7C1C1E7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AA3CBCD6-EAB9-4FFF-BE53-A44BD32B7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1933" y="1162940"/>
            <a:ext cx="4515598" cy="4532120"/>
          </a:xfrm>
        </p:spPr>
        <p:txBody>
          <a:bodyPr anchor="ctr">
            <a:normAutofit/>
          </a:bodyPr>
          <a:lstStyle/>
          <a:p>
            <a:r>
              <a:rPr lang="en-US" sz="4000" b="1" dirty="0"/>
              <a:t>Common Mistakes to Avoid</a:t>
            </a:r>
            <a:br>
              <a:rPr lang="en-US" sz="4000" b="1" dirty="0"/>
            </a:br>
            <a:endParaRPr lang="en-US" sz="4000" dirty="0">
              <a:solidFill>
                <a:srgbClr val="2A1A00"/>
              </a:solidFill>
              <a:latin typeface="Bodoni MT" panose="020706030806060202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CBE1F60-FB9A-4C02-94AC-E5C4C13586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49271" y="824248"/>
            <a:ext cx="4680729" cy="5695060"/>
          </a:xfrm>
        </p:spPr>
        <p:txBody>
          <a:bodyPr anchor="ctr">
            <a:normAutofit fontScale="85000" lnSpcReduction="20000"/>
          </a:bodyPr>
          <a:lstStyle/>
          <a:p>
            <a:r>
              <a:rPr lang="en-US" sz="2800" b="1" dirty="0"/>
              <a:t>Run-On Sentences:</a:t>
            </a:r>
            <a:r>
              <a:rPr lang="en-US" sz="2800" dirty="0"/>
              <a:t> Break them into shorter, clearer </a:t>
            </a:r>
            <a:r>
              <a:rPr lang="en-US" sz="2800" dirty="0" smtClean="0"/>
              <a:t>sentences.</a:t>
            </a:r>
          </a:p>
          <a:p>
            <a:pPr marL="0" indent="0">
              <a:buNone/>
            </a:pPr>
            <a:endParaRPr lang="en-US" sz="2800" dirty="0" smtClean="0"/>
          </a:p>
          <a:p>
            <a:r>
              <a:rPr lang="en-US" sz="2800" b="1" dirty="0" smtClean="0"/>
              <a:t>Lack </a:t>
            </a:r>
            <a:r>
              <a:rPr lang="en-US" sz="2800" b="1" dirty="0"/>
              <a:t>of Focus:</a:t>
            </a:r>
            <a:r>
              <a:rPr lang="en-US" sz="2800" dirty="0"/>
              <a:t> Stick to one main idea per </a:t>
            </a:r>
            <a:r>
              <a:rPr lang="en-US" sz="2800" dirty="0" smtClean="0"/>
              <a:t>paragraph.</a:t>
            </a:r>
          </a:p>
          <a:p>
            <a:pPr marL="0" indent="0">
              <a:buNone/>
            </a:pPr>
            <a:endParaRPr lang="en-US" sz="2800" dirty="0" smtClean="0"/>
          </a:p>
          <a:p>
            <a:r>
              <a:rPr lang="en-US" sz="2800" b="1" dirty="0" smtClean="0"/>
              <a:t>Inconsistent </a:t>
            </a:r>
            <a:r>
              <a:rPr lang="en-US" sz="2800" b="1" dirty="0"/>
              <a:t>Tense or Point of View:</a:t>
            </a:r>
            <a:r>
              <a:rPr lang="en-US" sz="2800" dirty="0"/>
              <a:t> Maintain consistency throughout the </a:t>
            </a:r>
            <a:r>
              <a:rPr lang="en-US" sz="2800" dirty="0" smtClean="0"/>
              <a:t>paragraph.</a:t>
            </a:r>
          </a:p>
          <a:p>
            <a:pPr marL="0" indent="0">
              <a:buNone/>
            </a:pPr>
            <a:endParaRPr lang="en-US" sz="2800" dirty="0" smtClean="0"/>
          </a:p>
          <a:p>
            <a:r>
              <a:rPr lang="en-US" sz="2800" b="1" dirty="0" smtClean="0"/>
              <a:t>Overloading </a:t>
            </a:r>
            <a:r>
              <a:rPr lang="en-US" sz="2800" b="1" dirty="0"/>
              <a:t>Information:</a:t>
            </a:r>
            <a:r>
              <a:rPr lang="en-US" sz="2800" dirty="0"/>
              <a:t> Too much information can overwhelm the reader.</a:t>
            </a:r>
            <a:br>
              <a:rPr lang="en-US" sz="2800" dirty="0"/>
            </a:b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71633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>
            <a:extLst>
              <a:ext uri="{FF2B5EF4-FFF2-40B4-BE49-F238E27FC236}">
                <a16:creationId xmlns:a16="http://schemas.microsoft.com/office/drawing/2014/main" xmlns="" id="{B217C2AD-51B4-40CE-A71F-F5D3F846D97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6F1BF92E-23CF-4BFE-9E1F-C359BACFA3C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xmlns="" id="{B89090F2-B101-458B-9AFF-27327443BB0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16" name="Freeform 6">
            <a:extLst>
              <a:ext uri="{FF2B5EF4-FFF2-40B4-BE49-F238E27FC236}">
                <a16:creationId xmlns:a16="http://schemas.microsoft.com/office/drawing/2014/main" xmlns="" id="{526C103B-17BD-4B48-AB6F-0D9EF826AAC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xmlns="" id="{E9EC3243-CA25-4485-A7FE-8B014192384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E2BA12E3-E0DD-4573-B106-10742AA3E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900" y="1235847"/>
            <a:ext cx="6548882" cy="3325266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4000" spc="800" dirty="0" smtClean="0">
                <a:latin typeface="Bodoni MT" panose="02070603080606020203" pitchFamily="18" charset="0"/>
              </a:rPr>
              <a:t>Thank you</a:t>
            </a:r>
            <a:endParaRPr lang="en-US" sz="4000" spc="800" dirty="0">
              <a:latin typeface="Bodoni MT" panose="02070603080606020203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5922" y="482965"/>
            <a:ext cx="9822516" cy="5525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0570103"/>
      </p:ext>
    </p:extLst>
  </p:cSld>
  <p:clrMapOvr>
    <a:masterClrMapping/>
  </p:clrMapOvr>
</p:sld>
</file>

<file path=ppt/theme/theme1.xml><?xml version="1.0" encoding="utf-8"?>
<a:theme xmlns:a="http://schemas.openxmlformats.org/drawingml/2006/main" name="Badge">
  <a:themeElements>
    <a:clrScheme name="Badge">
      <a:dk1>
        <a:sysClr val="windowText" lastClr="000000"/>
      </a:dk1>
      <a:lt1>
        <a:sysClr val="window" lastClr="FFFFFF"/>
      </a:lt1>
      <a:dk2>
        <a:srgbClr val="2A1A00"/>
      </a:dk2>
      <a:lt2>
        <a:srgbClr val="F3F3F2"/>
      </a:lt2>
      <a:accent1>
        <a:srgbClr val="F8B323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Badge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ad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55916208_Getting to know your teacher_RVA_v2" id="{9D60EAE5-D0A0-4E9F-AE23-1B333D14ABD6}" vid="{DD8DD7D2-976B-4092-A04B-0CF2FAEFF74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DB3E54F-9BB9-4821-81E3-A4EFEC7BD0AD}">
  <ds:schemaRefs>
    <ds:schemaRef ds:uri="http://purl.org/dc/elements/1.1/"/>
    <ds:schemaRef ds:uri="16c05727-aa75-4e4a-9b5f-8a80a1165891"/>
    <ds:schemaRef ds:uri="http://www.w3.org/XML/1998/namespace"/>
    <ds:schemaRef ds:uri="http://schemas.microsoft.com/office/2006/documentManagement/types"/>
    <ds:schemaRef ds:uri="http://purl.org/dc/dcmitype/"/>
    <ds:schemaRef ds:uri="71af3243-3dd4-4a8d-8c0d-dd76da1f02a5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52D0167F-E486-4F9B-83E2-993954E11F0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5A714DE-2D72-4B69-B5D2-B9FD4274177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Getting to know your teacher</Template>
  <TotalTime>0</TotalTime>
  <Words>420</Words>
  <Application>Microsoft Office PowerPoint</Application>
  <PresentationFormat>Widescreen</PresentationFormat>
  <Paragraphs>49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25" baseType="lpstr">
      <vt:lpstr>Arial</vt:lpstr>
      <vt:lpstr>Arial</vt:lpstr>
      <vt:lpstr>Arial Black</vt:lpstr>
      <vt:lpstr>Bahnschrift Light</vt:lpstr>
      <vt:lpstr>Bahnschrift SemiLight Condensed</vt:lpstr>
      <vt:lpstr>Berlin Sans FB Demi</vt:lpstr>
      <vt:lpstr>Bodoni MT</vt:lpstr>
      <vt:lpstr>Calibri</vt:lpstr>
      <vt:lpstr>Franklin Gothic Heavy</vt:lpstr>
      <vt:lpstr>Gabriola</vt:lpstr>
      <vt:lpstr>Gill Sans MT</vt:lpstr>
      <vt:lpstr>Impact</vt:lpstr>
      <vt:lpstr>Times New Roman</vt:lpstr>
      <vt:lpstr>ui-sans-serif</vt:lpstr>
      <vt:lpstr>Verdana</vt:lpstr>
      <vt:lpstr>Badge</vt:lpstr>
      <vt:lpstr>Paragraph writing</vt:lpstr>
      <vt:lpstr>Paragraph and the purpose-</vt:lpstr>
      <vt:lpstr>Key Elements of a Paragraph </vt:lpstr>
      <vt:lpstr>The Topic Sentence    (Example: "Exercise has numerous benefits for both physical and mental health.)  </vt:lpstr>
      <vt:lpstr>Supporting Sentences </vt:lpstr>
      <vt:lpstr>The Concluding Sentence </vt:lpstr>
      <vt:lpstr>Tips for Writing a Good Paragraph </vt:lpstr>
      <vt:lpstr>Common Mistakes to Avoid </vt:lpstr>
      <vt:lpstr>Thank you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2024-05-27T15:15:34Z</dcterms:created>
  <dcterms:modified xsi:type="dcterms:W3CDTF">2024-05-28T04:49:48Z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