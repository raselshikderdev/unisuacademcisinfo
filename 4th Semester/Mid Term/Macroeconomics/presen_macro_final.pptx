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73152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04">
          <p15:clr>
            <a:srgbClr val="000000"/>
          </p15:clr>
        </p15:guide>
        <p15:guide id="2" pos="2880">
          <p15:clr>
            <a:srgbClr val="000000"/>
          </p15:clr>
        </p15:guide>
      </p15:sldGuideLst>
    </p:ext>
    <p:ext uri="GoogleSlidesCustomDataVersion2">
      <go:slidesCustomData xmlns:go="http://customooxmlschemas.google.com/" r:id="rId27" roundtripDataSignature="AMtx7mhxZuX4K+6dCbxRIcTiNA6isiey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04"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81a89e59e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681a89e59e_0_15: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81a89e59e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681a89e59e_0_24: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81a89e59e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681a89e59e_0_43: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3: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7: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8: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9: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0: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1:notes"/>
          <p:cNvSpPr/>
          <p:nvPr>
            <p:ph idx="2" type="sldImg"/>
          </p:nvPr>
        </p:nvSpPr>
        <p:spPr>
          <a:xfrm>
            <a:off x="1285875" y="685800"/>
            <a:ext cx="4286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9" name="Shape 19"/>
        <p:cNvGrpSpPr/>
        <p:nvPr/>
      </p:nvGrpSpPr>
      <p:grpSpPr>
        <a:xfrm>
          <a:off x="0" y="0"/>
          <a:ext cx="0" cy="0"/>
          <a:chOff x="0" y="0"/>
          <a:chExt cx="0" cy="0"/>
        </a:xfrm>
      </p:grpSpPr>
      <p:sp>
        <p:nvSpPr>
          <p:cNvPr id="20" name="Google Shape;20;p23"/>
          <p:cNvSpPr/>
          <p:nvPr/>
        </p:nvSpPr>
        <p:spPr>
          <a:xfrm>
            <a:off x="-2" y="4975090"/>
            <a:ext cx="9151200" cy="0"/>
          </a:xfrm>
          <a:prstGeom prst="rtTriangle">
            <a:avLst/>
          </a:prstGeom>
          <a:gradFill>
            <a:gsLst>
              <a:gs pos="0">
                <a:srgbClr val="194D8C"/>
              </a:gs>
              <a:gs pos="55000">
                <a:srgbClr val="5B90DA"/>
              </a:gs>
              <a:gs pos="100000">
                <a:srgbClr val="194D8C"/>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21" name="Google Shape;21;p23"/>
          <p:cNvSpPr txBox="1"/>
          <p:nvPr>
            <p:ph type="ctrTitle"/>
          </p:nvPr>
        </p:nvSpPr>
        <p:spPr>
          <a:xfrm>
            <a:off x="685800" y="1869441"/>
            <a:ext cx="7772400" cy="1951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2"/>
              </a:buClr>
              <a:buSzPts val="4800"/>
              <a:buFont typeface="Lucida Sans"/>
              <a:buNone/>
              <a:defRPr b="1"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3"/>
          <p:cNvSpPr txBox="1"/>
          <p:nvPr>
            <p:ph idx="1" type="subTitle"/>
          </p:nvPr>
        </p:nvSpPr>
        <p:spPr>
          <a:xfrm>
            <a:off x="685800" y="3852381"/>
            <a:ext cx="7772400" cy="1279800"/>
          </a:xfrm>
          <a:prstGeom prst="rect">
            <a:avLst/>
          </a:prstGeom>
          <a:noFill/>
          <a:ln>
            <a:noFill/>
          </a:ln>
        </p:spPr>
        <p:txBody>
          <a:bodyPr anchorCtr="0" anchor="t" bIns="45700" lIns="45700" spcFirstLastPara="1" rIns="45700" wrap="square" tIns="45700">
            <a:normAutofit/>
          </a:bodyPr>
          <a:lstStyle>
            <a:lvl1pPr lvl="0" marR="64008"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p:txBody>
      </p:sp>
      <p:grpSp>
        <p:nvGrpSpPr>
          <p:cNvPr id="23" name="Google Shape;23;p23"/>
          <p:cNvGrpSpPr/>
          <p:nvPr/>
        </p:nvGrpSpPr>
        <p:grpSpPr>
          <a:xfrm>
            <a:off x="-3765" y="5283075"/>
            <a:ext cx="9147765" cy="2039508"/>
            <a:chOff x="-3765" y="4832896"/>
            <a:chExt cx="9147765" cy="2032192"/>
          </a:xfrm>
        </p:grpSpPr>
        <p:sp>
          <p:nvSpPr>
            <p:cNvPr id="24" name="Google Shape;24;p23"/>
            <p:cNvSpPr/>
            <p:nvPr/>
          </p:nvSpPr>
          <p:spPr>
            <a:xfrm>
              <a:off x="1687513" y="4832896"/>
              <a:ext cx="7456487" cy="518816"/>
            </a:xfrm>
            <a:custGeom>
              <a:rect b="b" l="l" r="r" t="t"/>
              <a:pathLst>
                <a:path extrusionOk="0" h="367" w="4697">
                  <a:moveTo>
                    <a:pt x="4697" y="0"/>
                  </a:moveTo>
                  <a:lnTo>
                    <a:pt x="4697" y="367"/>
                  </a:lnTo>
                  <a:lnTo>
                    <a:pt x="0" y="218"/>
                  </a:lnTo>
                  <a:lnTo>
                    <a:pt x="4697" y="0"/>
                  </a:lnTo>
                  <a:close/>
                </a:path>
              </a:pathLst>
            </a:custGeom>
            <a:solidFill>
              <a:srgbClr val="A4B8DA">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25" name="Google Shape;25;p23"/>
            <p:cNvSpPr/>
            <p:nvPr/>
          </p:nvSpPr>
          <p:spPr>
            <a:xfrm>
              <a:off x="35443" y="5135526"/>
              <a:ext cx="9108557" cy="838200"/>
            </a:xfrm>
            <a:custGeom>
              <a:rect b="b" l="l" r="r" t="t"/>
              <a:pathLst>
                <a:path extrusionOk="0" h="528" w="5760">
                  <a:moveTo>
                    <a:pt x="0" y="0"/>
                  </a:moveTo>
                  <a:lnTo>
                    <a:pt x="5760" y="0"/>
                  </a:lnTo>
                  <a:lnTo>
                    <a:pt x="5760" y="528"/>
                  </a:lnTo>
                  <a:lnTo>
                    <a:pt x="48" y="0"/>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26" name="Google Shape;26;p23"/>
            <p:cNvSpPr/>
            <p:nvPr/>
          </p:nvSpPr>
          <p:spPr>
            <a:xfrm>
              <a:off x="0" y="4883888"/>
              <a:ext cx="9144000" cy="1981200"/>
            </a:xfrm>
            <a:custGeom>
              <a:rect b="b" l="l" r="r" t="t"/>
              <a:pathLst>
                <a:path extrusionOk="0" h="1248" w="5760">
                  <a:moveTo>
                    <a:pt x="0" y="0"/>
                  </a:moveTo>
                  <a:lnTo>
                    <a:pt x="0" y="1248"/>
                  </a:lnTo>
                  <a:lnTo>
                    <a:pt x="5760" y="1248"/>
                  </a:lnTo>
                  <a:lnTo>
                    <a:pt x="5760" y="528"/>
                  </a:lnTo>
                  <a:lnTo>
                    <a:pt x="0" y="0"/>
                  </a:lnTo>
                  <a:close/>
                </a:path>
              </a:pathLst>
            </a:custGeom>
            <a:blipFill rotWithShape="1">
              <a:blip r:embed="rId2">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cxnSp>
          <p:nvCxnSpPr>
            <p:cNvPr id="27" name="Google Shape;27;p23"/>
            <p:cNvCxnSpPr/>
            <p:nvPr/>
          </p:nvCxnSpPr>
          <p:spPr>
            <a:xfrm>
              <a:off x="-3765" y="4880373"/>
              <a:ext cx="9147765" cy="839943"/>
            </a:xfrm>
            <a:prstGeom prst="straightConnector1">
              <a:avLst/>
            </a:prstGeom>
            <a:noFill/>
            <a:ln cap="flat" cmpd="sng" w="12050">
              <a:solidFill>
                <a:srgbClr val="9CB2D5"/>
              </a:solidFill>
              <a:prstDash val="solid"/>
              <a:miter lim="800000"/>
              <a:headEnd len="sm" w="sm" type="none"/>
              <a:tailEnd len="sm" w="sm" type="none"/>
            </a:ln>
          </p:spPr>
        </p:cxnSp>
      </p:grpSp>
      <p:sp>
        <p:nvSpPr>
          <p:cNvPr id="28" name="Google Shape;28;p23"/>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E8ECF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sz="1000">
                <a:solidFill>
                  <a:srgbClr val="FFFFFF"/>
                </a:solidFill>
                <a:latin typeface="Lucida Sans"/>
                <a:ea typeface="Lucida Sans"/>
                <a:cs typeface="Lucida Sans"/>
                <a:sym typeface="Lucida Sans"/>
              </a:defRPr>
            </a:lvl1pPr>
            <a:lvl2pPr indent="0" lvl="1" marL="0" algn="r">
              <a:spcBef>
                <a:spcPts val="0"/>
              </a:spcBef>
              <a:buNone/>
              <a:defRPr b="0" sz="1000">
                <a:solidFill>
                  <a:srgbClr val="FFFFFF"/>
                </a:solidFill>
                <a:latin typeface="Lucida Sans"/>
                <a:ea typeface="Lucida Sans"/>
                <a:cs typeface="Lucida Sans"/>
                <a:sym typeface="Lucida Sans"/>
              </a:defRPr>
            </a:lvl2pPr>
            <a:lvl3pPr indent="0" lvl="2" marL="0" algn="r">
              <a:spcBef>
                <a:spcPts val="0"/>
              </a:spcBef>
              <a:buNone/>
              <a:defRPr b="0" sz="1000">
                <a:solidFill>
                  <a:srgbClr val="FFFFFF"/>
                </a:solidFill>
                <a:latin typeface="Lucida Sans"/>
                <a:ea typeface="Lucida Sans"/>
                <a:cs typeface="Lucida Sans"/>
                <a:sym typeface="Lucida Sans"/>
              </a:defRPr>
            </a:lvl3pPr>
            <a:lvl4pPr indent="0" lvl="3" marL="0" algn="r">
              <a:spcBef>
                <a:spcPts val="0"/>
              </a:spcBef>
              <a:buNone/>
              <a:defRPr b="0" sz="1000">
                <a:solidFill>
                  <a:srgbClr val="FFFFFF"/>
                </a:solidFill>
                <a:latin typeface="Lucida Sans"/>
                <a:ea typeface="Lucida Sans"/>
                <a:cs typeface="Lucida Sans"/>
                <a:sym typeface="Lucida Sans"/>
              </a:defRPr>
            </a:lvl4pPr>
            <a:lvl5pPr indent="0" lvl="4" marL="0" algn="r">
              <a:spcBef>
                <a:spcPts val="0"/>
              </a:spcBef>
              <a:buNone/>
              <a:defRPr b="0" sz="1000">
                <a:solidFill>
                  <a:srgbClr val="FFFFFF"/>
                </a:solidFill>
                <a:latin typeface="Lucida Sans"/>
                <a:ea typeface="Lucida Sans"/>
                <a:cs typeface="Lucida Sans"/>
                <a:sym typeface="Lucida Sans"/>
              </a:defRPr>
            </a:lvl5pPr>
            <a:lvl6pPr indent="0" lvl="5" marL="0" algn="r">
              <a:spcBef>
                <a:spcPts val="0"/>
              </a:spcBef>
              <a:buNone/>
              <a:defRPr b="0" sz="1000">
                <a:solidFill>
                  <a:srgbClr val="FFFFFF"/>
                </a:solidFill>
                <a:latin typeface="Lucida Sans"/>
                <a:ea typeface="Lucida Sans"/>
                <a:cs typeface="Lucida Sans"/>
                <a:sym typeface="Lucida Sans"/>
              </a:defRPr>
            </a:lvl6pPr>
            <a:lvl7pPr indent="0" lvl="6" marL="0" algn="r">
              <a:spcBef>
                <a:spcPts val="0"/>
              </a:spcBef>
              <a:buNone/>
              <a:defRPr b="0" sz="1000">
                <a:solidFill>
                  <a:srgbClr val="FFFFFF"/>
                </a:solidFill>
                <a:latin typeface="Lucida Sans"/>
                <a:ea typeface="Lucida Sans"/>
                <a:cs typeface="Lucida Sans"/>
                <a:sym typeface="Lucida Sans"/>
              </a:defRPr>
            </a:lvl7pPr>
            <a:lvl8pPr indent="0" lvl="7" marL="0" algn="r">
              <a:spcBef>
                <a:spcPts val="0"/>
              </a:spcBef>
              <a:buNone/>
              <a:defRPr b="0" sz="1000">
                <a:solidFill>
                  <a:srgbClr val="FFFFFF"/>
                </a:solidFill>
                <a:latin typeface="Lucida Sans"/>
                <a:ea typeface="Lucida Sans"/>
                <a:cs typeface="Lucida Sans"/>
                <a:sym typeface="Lucida Sans"/>
              </a:defRPr>
            </a:lvl8pPr>
            <a:lvl9pPr indent="0" lvl="8" marL="0" algn="r">
              <a:spcBef>
                <a:spcPts val="0"/>
              </a:spcBef>
              <a:buNone/>
              <a:defRPr b="0" sz="1000">
                <a:solidFill>
                  <a:srgbClr val="FFFFFF"/>
                </a:solidFill>
                <a:latin typeface="Lucida Sans"/>
                <a:ea typeface="Lucida Sans"/>
                <a:cs typeface="Lucida Sans"/>
                <a:sym typeface="Lucid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
        <p:nvSpPr>
          <p:cNvPr id="32" name="Google Shape;32;p24"/>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4"/>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25"/>
          <p:cNvSpPr txBox="1"/>
          <p:nvPr>
            <p:ph idx="1" type="body"/>
          </p:nvPr>
        </p:nvSpPr>
        <p:spPr>
          <a:xfrm>
            <a:off x="457200" y="1580083"/>
            <a:ext cx="8229600" cy="4827900"/>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37" name="Google Shape;37;p25"/>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5"/>
          <p:cNvSpPr txBox="1"/>
          <p:nvPr>
            <p:ph type="title"/>
          </p:nvPr>
        </p:nvSpPr>
        <p:spPr>
          <a:xfrm>
            <a:off x="457200" y="292947"/>
            <a:ext cx="8229600" cy="1219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B1B1B1"/>
            </a:gs>
            <a:gs pos="40000">
              <a:srgbClr val="9E9E9E"/>
            </a:gs>
            <a:gs pos="100000">
              <a:schemeClr val="dk1"/>
            </a:gs>
          </a:gsLst>
          <a:path path="circle">
            <a:fillToRect b="100%" l="100%"/>
          </a:path>
          <a:tileRect r="-100%" t="-100%"/>
        </a:gradFill>
      </p:bgPr>
    </p:bg>
    <p:spTree>
      <p:nvGrpSpPr>
        <p:cNvPr id="41" name="Shape 41"/>
        <p:cNvGrpSpPr/>
        <p:nvPr/>
      </p:nvGrpSpPr>
      <p:grpSpPr>
        <a:xfrm>
          <a:off x="0" y="0"/>
          <a:ext cx="0" cy="0"/>
          <a:chOff x="0" y="0"/>
          <a:chExt cx="0" cy="0"/>
        </a:xfrm>
      </p:grpSpPr>
      <p:sp>
        <p:nvSpPr>
          <p:cNvPr id="42" name="Google Shape;42;p26"/>
          <p:cNvSpPr txBox="1"/>
          <p:nvPr>
            <p:ph type="title"/>
          </p:nvPr>
        </p:nvSpPr>
        <p:spPr>
          <a:xfrm>
            <a:off x="722376" y="1130359"/>
            <a:ext cx="7772400" cy="19506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lt2"/>
              </a:buClr>
              <a:buSzPts val="4800"/>
              <a:buFont typeface="Lucida Sans"/>
              <a:buNone/>
              <a:defRPr b="1"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6"/>
          <p:cNvSpPr txBox="1"/>
          <p:nvPr>
            <p:ph idx="1" type="body"/>
          </p:nvPr>
        </p:nvSpPr>
        <p:spPr>
          <a:xfrm>
            <a:off x="3922713" y="3127159"/>
            <a:ext cx="4572000" cy="15519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64"/>
              <a:buNone/>
              <a:defRPr sz="2300">
                <a:solidFill>
                  <a:schemeClr val="lt1"/>
                </a:solidFill>
              </a:defRPr>
            </a:lvl1pPr>
            <a:lvl2pPr indent="-228600" lvl="1" marL="914400" algn="l">
              <a:spcBef>
                <a:spcPts val="324"/>
              </a:spcBef>
              <a:spcAft>
                <a:spcPts val="0"/>
              </a:spcAft>
              <a:buSzPts val="1800"/>
              <a:buNone/>
              <a:defRPr sz="1800">
                <a:solidFill>
                  <a:schemeClr val="lt1"/>
                </a:solidFill>
              </a:defRPr>
            </a:lvl2pPr>
            <a:lvl3pPr indent="-228600" lvl="2" marL="1371600" algn="l">
              <a:spcBef>
                <a:spcPts val="350"/>
              </a:spcBef>
              <a:spcAft>
                <a:spcPts val="0"/>
              </a:spcAft>
              <a:buSzPts val="1600"/>
              <a:buNone/>
              <a:defRPr sz="1600">
                <a:solidFill>
                  <a:schemeClr val="lt1"/>
                </a:solidFill>
              </a:defRPr>
            </a:lvl3pPr>
            <a:lvl4pPr indent="-228600" lvl="3" marL="1828800" algn="l">
              <a:spcBef>
                <a:spcPts val="350"/>
              </a:spcBef>
              <a:spcAft>
                <a:spcPts val="0"/>
              </a:spcAft>
              <a:buSzPts val="1400"/>
              <a:buNone/>
              <a:defRPr sz="1400">
                <a:solidFill>
                  <a:schemeClr val="lt1"/>
                </a:solidFill>
              </a:defRPr>
            </a:lvl4pPr>
            <a:lvl5pPr indent="-228600" lvl="4" marL="2286000" algn="l">
              <a:spcBef>
                <a:spcPts val="350"/>
              </a:spcBef>
              <a:spcAft>
                <a:spcPts val="0"/>
              </a:spcAft>
              <a:buSzPts val="1400"/>
              <a:buNone/>
              <a:defRPr sz="1400">
                <a:solidFill>
                  <a:schemeClr val="lt1"/>
                </a:solidFill>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44" name="Google Shape;44;p26"/>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6"/>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6"/>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6"/>
          <p:cNvSpPr/>
          <p:nvPr/>
        </p:nvSpPr>
        <p:spPr>
          <a:xfrm>
            <a:off x="3636680" y="3205837"/>
            <a:ext cx="183000" cy="243900"/>
          </a:xfrm>
          <a:prstGeom prst="chevron">
            <a:avLst>
              <a:gd fmla="val 50000" name="adj"/>
            </a:avLst>
          </a:prstGeom>
          <a:gradFill>
            <a:gsLst>
              <a:gs pos="0">
                <a:srgbClr val="33659F"/>
              </a:gs>
              <a:gs pos="72000">
                <a:srgbClr val="6191D4"/>
              </a:gs>
              <a:gs pos="100000">
                <a:srgbClr val="88A7D9"/>
              </a:gs>
            </a:gsLst>
            <a:lin ang="16200000" scaled="0"/>
          </a:gradFill>
          <a:ln cap="rnd" cmpd="sng" w="9525">
            <a:solidFill>
              <a:srgbClr val="395E89"/>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48" name="Google Shape;48;p26"/>
          <p:cNvSpPr/>
          <p:nvPr/>
        </p:nvSpPr>
        <p:spPr>
          <a:xfrm>
            <a:off x="3450264" y="3205837"/>
            <a:ext cx="183000" cy="243900"/>
          </a:xfrm>
          <a:prstGeom prst="chevron">
            <a:avLst>
              <a:gd fmla="val 50000" name="adj"/>
            </a:avLst>
          </a:prstGeom>
          <a:gradFill>
            <a:gsLst>
              <a:gs pos="0">
                <a:srgbClr val="33659F"/>
              </a:gs>
              <a:gs pos="72000">
                <a:srgbClr val="6191D4"/>
              </a:gs>
              <a:gs pos="100000">
                <a:srgbClr val="88A7D9"/>
              </a:gs>
            </a:gsLst>
            <a:lin ang="16200000" scaled="0"/>
          </a:gradFill>
          <a:ln cap="rnd" cmpd="sng" w="9525">
            <a:solidFill>
              <a:srgbClr val="395E89"/>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gradFill>
          <a:gsLst>
            <a:gs pos="0">
              <a:srgbClr val="B1B1B1"/>
            </a:gs>
            <a:gs pos="40000">
              <a:srgbClr val="9E9E9E"/>
            </a:gs>
            <a:gs pos="100000">
              <a:schemeClr val="dk1"/>
            </a:gs>
          </a:gsLst>
          <a:path path="circle">
            <a:fillToRect b="100%" l="100%"/>
          </a:path>
          <a:tileRect r="-100%" t="-100%"/>
        </a:gradFill>
      </p:bgPr>
    </p:bg>
    <p:spTree>
      <p:nvGrpSpPr>
        <p:cNvPr id="49" name="Shape 49"/>
        <p:cNvGrpSpPr/>
        <p:nvPr/>
      </p:nvGrpSpPr>
      <p:grpSpPr>
        <a:xfrm>
          <a:off x="0" y="0"/>
          <a:ext cx="0" cy="0"/>
          <a:chOff x="0" y="0"/>
          <a:chExt cx="0" cy="0"/>
        </a:xfrm>
      </p:grpSpPr>
      <p:sp>
        <p:nvSpPr>
          <p:cNvPr id="50" name="Google Shape;50;p27"/>
          <p:cNvSpPr txBox="1"/>
          <p:nvPr>
            <p:ph idx="1" type="body"/>
          </p:nvPr>
        </p:nvSpPr>
        <p:spPr>
          <a:xfrm>
            <a:off x="457200" y="1580083"/>
            <a:ext cx="4038600" cy="4827900"/>
          </a:xfrm>
          <a:prstGeom prst="rect">
            <a:avLst/>
          </a:prstGeom>
          <a:noFill/>
          <a:ln>
            <a:noFill/>
          </a:ln>
        </p:spPr>
        <p:txBody>
          <a:bodyPr anchorCtr="0" anchor="t" bIns="45700" lIns="91425" spcFirstLastPara="1" rIns="91425" wrap="square" tIns="45700">
            <a:normAutofit/>
          </a:bodyPr>
          <a:lstStyle>
            <a:lvl1pPr indent="-349504" lvl="0" marL="457200" algn="l">
              <a:spcBef>
                <a:spcPts val="400"/>
              </a:spcBef>
              <a:spcAft>
                <a:spcPts val="0"/>
              </a:spcAft>
              <a:buSzPts val="1904"/>
              <a:buChar char="🞂"/>
              <a:defRPr sz="2800"/>
            </a:lvl1pPr>
            <a:lvl2pPr indent="-381000" lvl="1" marL="914400" algn="l">
              <a:spcBef>
                <a:spcPts val="324"/>
              </a:spcBef>
              <a:spcAft>
                <a:spcPts val="0"/>
              </a:spcAft>
              <a:buSzPts val="2400"/>
              <a:buChar char="◦"/>
              <a:defRPr sz="2400"/>
            </a:lvl2pPr>
            <a:lvl3pPr indent="-355600" lvl="2" marL="1371600" algn="l">
              <a:spcBef>
                <a:spcPts val="350"/>
              </a:spcBef>
              <a:spcAft>
                <a:spcPts val="0"/>
              </a:spcAft>
              <a:buSzPts val="2000"/>
              <a:buChar char="●"/>
              <a:defRPr sz="2000"/>
            </a:lvl3pPr>
            <a:lvl4pPr indent="-342900" lvl="3" marL="1828800" algn="l">
              <a:spcBef>
                <a:spcPts val="350"/>
              </a:spcBef>
              <a:spcAft>
                <a:spcPts val="0"/>
              </a:spcAft>
              <a:buSzPts val="1800"/>
              <a:buChar char="●"/>
              <a:defRPr sz="1800"/>
            </a:lvl4pPr>
            <a:lvl5pPr indent="-342900" lvl="4" marL="2286000" algn="l">
              <a:spcBef>
                <a:spcPts val="350"/>
              </a:spcBef>
              <a:spcAft>
                <a:spcPts val="0"/>
              </a:spcAft>
              <a:buSzPts val="1800"/>
              <a:buChar char="●"/>
              <a:defRPr sz="18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1" name="Google Shape;51;p27"/>
          <p:cNvSpPr txBox="1"/>
          <p:nvPr>
            <p:ph idx="2" type="body"/>
          </p:nvPr>
        </p:nvSpPr>
        <p:spPr>
          <a:xfrm>
            <a:off x="4648200" y="1580083"/>
            <a:ext cx="4038600" cy="4827900"/>
          </a:xfrm>
          <a:prstGeom prst="rect">
            <a:avLst/>
          </a:prstGeom>
          <a:noFill/>
          <a:ln>
            <a:noFill/>
          </a:ln>
        </p:spPr>
        <p:txBody>
          <a:bodyPr anchorCtr="0" anchor="t" bIns="45700" lIns="91425" spcFirstLastPara="1" rIns="91425" wrap="square" tIns="45700">
            <a:normAutofit/>
          </a:bodyPr>
          <a:lstStyle>
            <a:lvl1pPr indent="-349504" lvl="0" marL="457200" algn="l">
              <a:spcBef>
                <a:spcPts val="400"/>
              </a:spcBef>
              <a:spcAft>
                <a:spcPts val="0"/>
              </a:spcAft>
              <a:buSzPts val="1904"/>
              <a:buChar char="🞂"/>
              <a:defRPr sz="2800"/>
            </a:lvl1pPr>
            <a:lvl2pPr indent="-381000" lvl="1" marL="914400" algn="l">
              <a:spcBef>
                <a:spcPts val="324"/>
              </a:spcBef>
              <a:spcAft>
                <a:spcPts val="0"/>
              </a:spcAft>
              <a:buSzPts val="2400"/>
              <a:buChar char="◦"/>
              <a:defRPr sz="2400"/>
            </a:lvl2pPr>
            <a:lvl3pPr indent="-355600" lvl="2" marL="1371600" algn="l">
              <a:spcBef>
                <a:spcPts val="350"/>
              </a:spcBef>
              <a:spcAft>
                <a:spcPts val="0"/>
              </a:spcAft>
              <a:buSzPts val="2000"/>
              <a:buChar char="●"/>
              <a:defRPr sz="2000"/>
            </a:lvl3pPr>
            <a:lvl4pPr indent="-342900" lvl="3" marL="1828800" algn="l">
              <a:spcBef>
                <a:spcPts val="350"/>
              </a:spcBef>
              <a:spcAft>
                <a:spcPts val="0"/>
              </a:spcAft>
              <a:buSzPts val="1800"/>
              <a:buChar char="●"/>
              <a:defRPr sz="1800"/>
            </a:lvl4pPr>
            <a:lvl5pPr indent="-342900" lvl="4" marL="2286000" algn="l">
              <a:spcBef>
                <a:spcPts val="350"/>
              </a:spcBef>
              <a:spcAft>
                <a:spcPts val="0"/>
              </a:spcAft>
              <a:buSzPts val="1800"/>
              <a:buChar char="●"/>
              <a:defRPr sz="18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2" name="Google Shape;52;p27"/>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7"/>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27"/>
          <p:cNvSpPr txBox="1"/>
          <p:nvPr>
            <p:ph type="title"/>
          </p:nvPr>
        </p:nvSpPr>
        <p:spPr>
          <a:xfrm>
            <a:off x="457200" y="292947"/>
            <a:ext cx="8229600" cy="1219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bg>
      <p:bgPr>
        <a:blipFill rotWithShape="1">
          <a:blip r:embed="rId2">
            <a:alphaModFix/>
          </a:blip>
          <a:tile algn="tl" flip="none" tx="0" sx="50000" ty="0" sy="50000"/>
        </a:blipFill>
      </p:bgPr>
    </p:bg>
    <p:spTree>
      <p:nvGrpSpPr>
        <p:cNvPr id="56" name="Shape 56"/>
        <p:cNvGrpSpPr/>
        <p:nvPr/>
      </p:nvGrpSpPr>
      <p:grpSpPr>
        <a:xfrm>
          <a:off x="0" y="0"/>
          <a:ext cx="0" cy="0"/>
          <a:chOff x="0" y="0"/>
          <a:chExt cx="0" cy="0"/>
        </a:xfrm>
      </p:grpSpPr>
      <p:sp>
        <p:nvSpPr>
          <p:cNvPr id="57" name="Google Shape;57;p28"/>
          <p:cNvSpPr txBox="1"/>
          <p:nvPr>
            <p:ph type="title"/>
          </p:nvPr>
        </p:nvSpPr>
        <p:spPr>
          <a:xfrm>
            <a:off x="457200" y="291253"/>
            <a:ext cx="8229600" cy="1219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8"/>
          <p:cNvSpPr txBox="1"/>
          <p:nvPr>
            <p:ph idx="1" type="body"/>
          </p:nvPr>
        </p:nvSpPr>
        <p:spPr>
          <a:xfrm>
            <a:off x="457200" y="5770880"/>
            <a:ext cx="4040100" cy="8127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350"/>
              </a:spcBef>
              <a:spcAft>
                <a:spcPts val="0"/>
              </a:spcAft>
              <a:buSzPts val="1800"/>
              <a:buNone/>
              <a:defRPr b="1" sz="1800"/>
            </a:lvl3pPr>
            <a:lvl4pPr indent="-228600" lvl="3" marL="1828800" algn="l">
              <a:spcBef>
                <a:spcPts val="350"/>
              </a:spcBef>
              <a:spcAft>
                <a:spcPts val="0"/>
              </a:spcAft>
              <a:buSzPts val="1600"/>
              <a:buNone/>
              <a:defRPr b="1" sz="1600"/>
            </a:lvl4pPr>
            <a:lvl5pPr indent="-228600" lvl="4" marL="2286000" algn="l">
              <a:spcBef>
                <a:spcPts val="350"/>
              </a:spcBef>
              <a:spcAft>
                <a:spcPts val="0"/>
              </a:spcAft>
              <a:buSzPts val="1600"/>
              <a:buNone/>
              <a:defRPr b="1"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9" name="Google Shape;59;p28"/>
          <p:cNvSpPr txBox="1"/>
          <p:nvPr>
            <p:ph idx="2" type="body"/>
          </p:nvPr>
        </p:nvSpPr>
        <p:spPr>
          <a:xfrm>
            <a:off x="4645026" y="5770880"/>
            <a:ext cx="4041900" cy="8127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350"/>
              </a:spcBef>
              <a:spcAft>
                <a:spcPts val="0"/>
              </a:spcAft>
              <a:buSzPts val="1800"/>
              <a:buNone/>
              <a:defRPr b="1" sz="1800"/>
            </a:lvl3pPr>
            <a:lvl4pPr indent="-228600" lvl="3" marL="1828800" algn="l">
              <a:spcBef>
                <a:spcPts val="350"/>
              </a:spcBef>
              <a:spcAft>
                <a:spcPts val="0"/>
              </a:spcAft>
              <a:buSzPts val="1600"/>
              <a:buNone/>
              <a:defRPr b="1" sz="1600"/>
            </a:lvl4pPr>
            <a:lvl5pPr indent="-228600" lvl="4" marL="2286000" algn="l">
              <a:spcBef>
                <a:spcPts val="350"/>
              </a:spcBef>
              <a:spcAft>
                <a:spcPts val="0"/>
              </a:spcAft>
              <a:buSzPts val="1600"/>
              <a:buNone/>
              <a:defRPr b="1"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60" name="Google Shape;60;p28"/>
          <p:cNvSpPr txBox="1"/>
          <p:nvPr>
            <p:ph idx="3" type="body"/>
          </p:nvPr>
        </p:nvSpPr>
        <p:spPr>
          <a:xfrm>
            <a:off x="457200" y="1540580"/>
            <a:ext cx="4040100" cy="4204500"/>
          </a:xfrm>
          <a:prstGeom prst="rect">
            <a:avLst/>
          </a:prstGeom>
          <a:noFill/>
          <a:ln>
            <a:noFill/>
          </a:ln>
        </p:spPr>
        <p:txBody>
          <a:bodyPr anchorCtr="0" anchor="t" bIns="45700" lIns="91425" spcFirstLastPara="1" rIns="91425" wrap="square" tIns="45700">
            <a:normAutofit/>
          </a:bodyPr>
          <a:lstStyle>
            <a:lvl1pPr indent="-332232" lvl="0" marL="457200" algn="l">
              <a:spcBef>
                <a:spcPts val="40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350"/>
              </a:spcBef>
              <a:spcAft>
                <a:spcPts val="0"/>
              </a:spcAft>
              <a:buSzPts val="1800"/>
              <a:buChar char="●"/>
              <a:defRPr sz="1800"/>
            </a:lvl3pPr>
            <a:lvl4pPr indent="-330200" lvl="3" marL="1828800" algn="l">
              <a:spcBef>
                <a:spcPts val="350"/>
              </a:spcBef>
              <a:spcAft>
                <a:spcPts val="0"/>
              </a:spcAft>
              <a:buSzPts val="1600"/>
              <a:buChar char="●"/>
              <a:defRPr sz="1600"/>
            </a:lvl4pPr>
            <a:lvl5pPr indent="-330200" lvl="4" marL="2286000" algn="l">
              <a:spcBef>
                <a:spcPts val="350"/>
              </a:spcBef>
              <a:spcAft>
                <a:spcPts val="0"/>
              </a:spcAft>
              <a:buSzPts val="1600"/>
              <a:buChar char="●"/>
              <a:defRPr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61" name="Google Shape;61;p28"/>
          <p:cNvSpPr txBox="1"/>
          <p:nvPr>
            <p:ph idx="4" type="body"/>
          </p:nvPr>
        </p:nvSpPr>
        <p:spPr>
          <a:xfrm>
            <a:off x="4645025" y="1540580"/>
            <a:ext cx="4041900" cy="4204500"/>
          </a:xfrm>
          <a:prstGeom prst="rect">
            <a:avLst/>
          </a:prstGeom>
          <a:noFill/>
          <a:ln>
            <a:noFill/>
          </a:ln>
        </p:spPr>
        <p:txBody>
          <a:bodyPr anchorCtr="0" anchor="t" bIns="45700" lIns="91425" spcFirstLastPara="1" rIns="91425" wrap="square" tIns="45700">
            <a:normAutofit/>
          </a:bodyPr>
          <a:lstStyle>
            <a:lvl1pPr indent="-332232" lvl="0" marL="457200" algn="l">
              <a:spcBef>
                <a:spcPts val="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350"/>
              </a:spcBef>
              <a:spcAft>
                <a:spcPts val="0"/>
              </a:spcAft>
              <a:buSzPts val="1800"/>
              <a:buChar char="●"/>
              <a:defRPr sz="1800"/>
            </a:lvl3pPr>
            <a:lvl4pPr indent="-330200" lvl="3" marL="1828800" algn="l">
              <a:spcBef>
                <a:spcPts val="350"/>
              </a:spcBef>
              <a:spcAft>
                <a:spcPts val="0"/>
              </a:spcAft>
              <a:buSzPts val="1600"/>
              <a:buChar char="●"/>
              <a:defRPr sz="1600"/>
            </a:lvl4pPr>
            <a:lvl5pPr indent="-330200" lvl="4" marL="2286000" algn="l">
              <a:spcBef>
                <a:spcPts val="350"/>
              </a:spcBef>
              <a:spcAft>
                <a:spcPts val="0"/>
              </a:spcAft>
              <a:buSzPts val="1600"/>
              <a:buChar char="●"/>
              <a:defRPr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62" name="Google Shape;62;p28"/>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rgbClr val="B1B1B1"/>
            </a:gs>
            <a:gs pos="40000">
              <a:srgbClr val="9E9E9E"/>
            </a:gs>
            <a:gs pos="100000">
              <a:schemeClr val="dk1"/>
            </a:gs>
          </a:gsLst>
          <a:path path="circle">
            <a:fillToRect b="100%" l="100%"/>
          </a:path>
          <a:tileRect r="-100%" t="-100%"/>
        </a:gradFill>
      </p:bgPr>
    </p:bg>
    <p:spTree>
      <p:nvGrpSpPr>
        <p:cNvPr id="65" name="Shape 65"/>
        <p:cNvGrpSpPr/>
        <p:nvPr/>
      </p:nvGrpSpPr>
      <p:grpSpPr>
        <a:xfrm>
          <a:off x="0" y="0"/>
          <a:ext cx="0" cy="0"/>
          <a:chOff x="0" y="0"/>
          <a:chExt cx="0" cy="0"/>
        </a:xfrm>
      </p:grpSpPr>
      <p:sp>
        <p:nvSpPr>
          <p:cNvPr id="66" name="Google Shape;66;p29"/>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9"/>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29"/>
          <p:cNvSpPr txBox="1"/>
          <p:nvPr>
            <p:ph type="title"/>
          </p:nvPr>
        </p:nvSpPr>
        <p:spPr>
          <a:xfrm>
            <a:off x="457200" y="292947"/>
            <a:ext cx="8229600" cy="1219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blipFill rotWithShape="1">
          <a:blip r:embed="rId2">
            <a:alphaModFix/>
          </a:blip>
          <a:tile algn="tl" flip="none" tx="0" sx="50000" ty="0" sy="50000"/>
        </a:blipFill>
      </p:bgPr>
    </p:bg>
    <p:spTree>
      <p:nvGrpSpPr>
        <p:cNvPr id="70" name="Shape 70"/>
        <p:cNvGrpSpPr/>
        <p:nvPr/>
      </p:nvGrpSpPr>
      <p:grpSpPr>
        <a:xfrm>
          <a:off x="0" y="0"/>
          <a:ext cx="0" cy="0"/>
          <a:chOff x="0" y="0"/>
          <a:chExt cx="0" cy="0"/>
        </a:xfrm>
      </p:grpSpPr>
      <p:sp>
        <p:nvSpPr>
          <p:cNvPr id="71" name="Google Shape;71;p30"/>
          <p:cNvSpPr txBox="1"/>
          <p:nvPr>
            <p:ph type="title"/>
          </p:nvPr>
        </p:nvSpPr>
        <p:spPr>
          <a:xfrm>
            <a:off x="914400" y="5201920"/>
            <a:ext cx="7481700" cy="4878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Clr>
                <a:schemeClr val="accent1"/>
              </a:buClr>
              <a:buSzPts val="2500"/>
              <a:buFont typeface="Lucida Sans"/>
              <a:buNone/>
              <a:defRPr b="0" sz="25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0"/>
          <p:cNvSpPr txBox="1"/>
          <p:nvPr>
            <p:ph idx="1" type="body"/>
          </p:nvPr>
        </p:nvSpPr>
        <p:spPr>
          <a:xfrm>
            <a:off x="4419600" y="5712109"/>
            <a:ext cx="3974700" cy="9753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1088"/>
              <a:buNone/>
              <a:defRPr sz="1600"/>
            </a:lvl1pPr>
            <a:lvl2pPr indent="-228600" lvl="1" marL="914400" algn="l">
              <a:spcBef>
                <a:spcPts val="324"/>
              </a:spcBef>
              <a:spcAft>
                <a:spcPts val="0"/>
              </a:spcAft>
              <a:buSzPts val="1200"/>
              <a:buNone/>
              <a:defRPr sz="1200"/>
            </a:lvl2pPr>
            <a:lvl3pPr indent="-228600" lvl="2" marL="1371600" algn="l">
              <a:spcBef>
                <a:spcPts val="350"/>
              </a:spcBef>
              <a:spcAft>
                <a:spcPts val="0"/>
              </a:spcAft>
              <a:buSzPts val="1000"/>
              <a:buNone/>
              <a:defRPr sz="1000"/>
            </a:lvl3pPr>
            <a:lvl4pPr indent="-228600" lvl="3" marL="1828800" algn="l">
              <a:spcBef>
                <a:spcPts val="350"/>
              </a:spcBef>
              <a:spcAft>
                <a:spcPts val="0"/>
              </a:spcAft>
              <a:buSzPts val="900"/>
              <a:buNone/>
              <a:defRPr sz="900"/>
            </a:lvl4pPr>
            <a:lvl5pPr indent="-228600" lvl="4" marL="2286000" algn="l">
              <a:spcBef>
                <a:spcPts val="350"/>
              </a:spcBef>
              <a:spcAft>
                <a:spcPts val="0"/>
              </a:spcAft>
              <a:buSzPts val="900"/>
              <a:buNone/>
              <a:defRPr sz="9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73" name="Google Shape;73;p30"/>
          <p:cNvSpPr txBox="1"/>
          <p:nvPr>
            <p:ph idx="2" type="body"/>
          </p:nvPr>
        </p:nvSpPr>
        <p:spPr>
          <a:xfrm>
            <a:off x="914400" y="292608"/>
            <a:ext cx="7479900" cy="4876800"/>
          </a:xfrm>
          <a:prstGeom prst="rect">
            <a:avLst/>
          </a:prstGeom>
          <a:noFill/>
          <a:ln>
            <a:noFill/>
          </a:ln>
        </p:spPr>
        <p:txBody>
          <a:bodyPr anchorCtr="0" anchor="t" bIns="45700" lIns="91425" spcFirstLastPara="1" rIns="91425" wrap="square" tIns="45700">
            <a:normAutofit/>
          </a:bodyPr>
          <a:lstStyle>
            <a:lvl1pPr indent="-366776" lvl="0" marL="457200" algn="l">
              <a:spcBef>
                <a:spcPts val="400"/>
              </a:spcBef>
              <a:spcAft>
                <a:spcPts val="0"/>
              </a:spcAft>
              <a:buSzPts val="2176"/>
              <a:buChar char="🞂"/>
              <a:defRPr sz="3200"/>
            </a:lvl1pPr>
            <a:lvl2pPr indent="-406400" lvl="1" marL="914400" algn="l">
              <a:spcBef>
                <a:spcPts val="324"/>
              </a:spcBef>
              <a:spcAft>
                <a:spcPts val="0"/>
              </a:spcAft>
              <a:buSzPts val="2800"/>
              <a:buChar char="◦"/>
              <a:defRPr sz="2800"/>
            </a:lvl2pPr>
            <a:lvl3pPr indent="-381000" lvl="2" marL="1371600" algn="l">
              <a:spcBef>
                <a:spcPts val="350"/>
              </a:spcBef>
              <a:spcAft>
                <a:spcPts val="0"/>
              </a:spcAft>
              <a:buSzPts val="2400"/>
              <a:buChar char="●"/>
              <a:defRPr sz="2400"/>
            </a:lvl3pPr>
            <a:lvl4pPr indent="-355600" lvl="3" marL="1828800" algn="l">
              <a:spcBef>
                <a:spcPts val="350"/>
              </a:spcBef>
              <a:spcAft>
                <a:spcPts val="0"/>
              </a:spcAft>
              <a:buSzPts val="2000"/>
              <a:buChar char="●"/>
              <a:defRPr sz="2000"/>
            </a:lvl4pPr>
            <a:lvl5pPr indent="-355600" lvl="4" marL="2286000" algn="l">
              <a:spcBef>
                <a:spcPts val="350"/>
              </a:spcBef>
              <a:spcAft>
                <a:spcPts val="0"/>
              </a:spcAft>
              <a:buSzPts val="2000"/>
              <a:buChar char="●"/>
              <a:defRPr sz="20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74" name="Google Shape;74;p30"/>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0"/>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rgbClr val="B1B1B1"/>
            </a:gs>
            <a:gs pos="40000">
              <a:srgbClr val="9E9E9E"/>
            </a:gs>
            <a:gs pos="100000">
              <a:schemeClr val="dk1"/>
            </a:gs>
          </a:gsLst>
          <a:path path="circle">
            <a:fillToRect b="100%" l="100%"/>
          </a:path>
          <a:tileRect r="-100%" t="-100%"/>
        </a:gradFill>
      </p:bgPr>
    </p:bg>
    <p:spTree>
      <p:nvGrpSpPr>
        <p:cNvPr id="77" name="Shape 77"/>
        <p:cNvGrpSpPr/>
        <p:nvPr/>
      </p:nvGrpSpPr>
      <p:grpSpPr>
        <a:xfrm>
          <a:off x="0" y="0"/>
          <a:ext cx="0" cy="0"/>
          <a:chOff x="0" y="0"/>
          <a:chExt cx="0" cy="0"/>
        </a:xfrm>
      </p:grpSpPr>
      <p:sp>
        <p:nvSpPr>
          <p:cNvPr id="78" name="Google Shape;78;p31"/>
          <p:cNvSpPr txBox="1"/>
          <p:nvPr>
            <p:ph idx="1" type="body"/>
          </p:nvPr>
        </p:nvSpPr>
        <p:spPr>
          <a:xfrm>
            <a:off x="1141232" y="5806295"/>
            <a:ext cx="7162800" cy="691500"/>
          </a:xfrm>
          <a:prstGeom prst="rect">
            <a:avLst/>
          </a:prstGeom>
          <a:noFill/>
          <a:ln>
            <a:noFill/>
          </a:ln>
        </p:spPr>
        <p:txBody>
          <a:bodyPr anchorCtr="0" anchor="t" bIns="45700" lIns="91425" spcFirstLastPara="1" rIns="91425" wrap="square" tIns="0">
            <a:normAutofit/>
          </a:bodyPr>
          <a:lstStyle>
            <a:lvl1pPr indent="-228600" lvl="0" marL="457200" marR="18288" algn="r">
              <a:spcBef>
                <a:spcPts val="400"/>
              </a:spcBef>
              <a:spcAft>
                <a:spcPts val="0"/>
              </a:spcAft>
              <a:buSzPts val="952"/>
              <a:buNone/>
              <a:defRPr sz="1400"/>
            </a:lvl1pPr>
            <a:lvl2pPr indent="-304800" lvl="1" marL="914400" algn="l">
              <a:spcBef>
                <a:spcPts val="324"/>
              </a:spcBef>
              <a:spcAft>
                <a:spcPts val="0"/>
              </a:spcAft>
              <a:buSzPts val="1200"/>
              <a:buChar char="◦"/>
              <a:defRPr sz="1200"/>
            </a:lvl2pPr>
            <a:lvl3pPr indent="-292100" lvl="2" marL="1371600" algn="l">
              <a:spcBef>
                <a:spcPts val="350"/>
              </a:spcBef>
              <a:spcAft>
                <a:spcPts val="0"/>
              </a:spcAft>
              <a:buSzPts val="1000"/>
              <a:buChar char="●"/>
              <a:defRPr sz="1000"/>
            </a:lvl3pPr>
            <a:lvl4pPr indent="-285750" lvl="3" marL="1828800" algn="l">
              <a:spcBef>
                <a:spcPts val="350"/>
              </a:spcBef>
              <a:spcAft>
                <a:spcPts val="0"/>
              </a:spcAft>
              <a:buSzPts val="900"/>
              <a:buChar char="●"/>
              <a:defRPr sz="900"/>
            </a:lvl4pPr>
            <a:lvl5pPr indent="-285750" lvl="4" marL="2286000" algn="l">
              <a:spcBef>
                <a:spcPts val="350"/>
              </a:spcBef>
              <a:spcAft>
                <a:spcPts val="0"/>
              </a:spcAft>
              <a:buSzPts val="900"/>
              <a:buChar char="●"/>
              <a:defRPr sz="9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79" name="Google Shape;79;p31"/>
          <p:cNvSpPr/>
          <p:nvPr>
            <p:ph idx="2" type="pic"/>
          </p:nvPr>
        </p:nvSpPr>
        <p:spPr>
          <a:xfrm>
            <a:off x="228600" y="202633"/>
            <a:ext cx="8686800" cy="4681500"/>
          </a:xfrm>
          <a:prstGeom prst="rect">
            <a:avLst/>
          </a:prstGeom>
          <a:solidFill>
            <a:schemeClr val="dk2"/>
          </a:solidFill>
          <a:ln cap="flat" cmpd="sng" w="9525">
            <a:solidFill>
              <a:schemeClr val="dk1"/>
            </a:solidFill>
            <a:prstDash val="solid"/>
            <a:round/>
            <a:headEnd len="sm" w="sm" type="none"/>
            <a:tailEnd len="sm" w="sm" type="none"/>
          </a:ln>
        </p:spPr>
      </p:sp>
      <p:sp>
        <p:nvSpPr>
          <p:cNvPr id="80" name="Google Shape;80;p31"/>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1"/>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sz="1000">
                <a:solidFill>
                  <a:schemeClr val="lt1"/>
                </a:solidFill>
                <a:latin typeface="Lucida Sans"/>
                <a:ea typeface="Lucida Sans"/>
                <a:cs typeface="Lucida Sans"/>
                <a:sym typeface="Lucida Sans"/>
              </a:defRPr>
            </a:lvl1pPr>
            <a:lvl2pPr indent="0" lvl="1" marL="0" algn="r">
              <a:spcBef>
                <a:spcPts val="0"/>
              </a:spcBef>
              <a:buNone/>
              <a:defRPr b="0" sz="1000">
                <a:solidFill>
                  <a:schemeClr val="lt1"/>
                </a:solidFill>
                <a:latin typeface="Lucida Sans"/>
                <a:ea typeface="Lucida Sans"/>
                <a:cs typeface="Lucida Sans"/>
                <a:sym typeface="Lucida Sans"/>
              </a:defRPr>
            </a:lvl2pPr>
            <a:lvl3pPr indent="0" lvl="2" marL="0" algn="r">
              <a:spcBef>
                <a:spcPts val="0"/>
              </a:spcBef>
              <a:buNone/>
              <a:defRPr b="0" sz="1000">
                <a:solidFill>
                  <a:schemeClr val="lt1"/>
                </a:solidFill>
                <a:latin typeface="Lucida Sans"/>
                <a:ea typeface="Lucida Sans"/>
                <a:cs typeface="Lucida Sans"/>
                <a:sym typeface="Lucida Sans"/>
              </a:defRPr>
            </a:lvl3pPr>
            <a:lvl4pPr indent="0" lvl="3" marL="0" algn="r">
              <a:spcBef>
                <a:spcPts val="0"/>
              </a:spcBef>
              <a:buNone/>
              <a:defRPr b="0" sz="1000">
                <a:solidFill>
                  <a:schemeClr val="lt1"/>
                </a:solidFill>
                <a:latin typeface="Lucida Sans"/>
                <a:ea typeface="Lucida Sans"/>
                <a:cs typeface="Lucida Sans"/>
                <a:sym typeface="Lucida Sans"/>
              </a:defRPr>
            </a:lvl4pPr>
            <a:lvl5pPr indent="0" lvl="4" marL="0" algn="r">
              <a:spcBef>
                <a:spcPts val="0"/>
              </a:spcBef>
              <a:buNone/>
              <a:defRPr b="0" sz="1000">
                <a:solidFill>
                  <a:schemeClr val="lt1"/>
                </a:solidFill>
                <a:latin typeface="Lucida Sans"/>
                <a:ea typeface="Lucida Sans"/>
                <a:cs typeface="Lucida Sans"/>
                <a:sym typeface="Lucida Sans"/>
              </a:defRPr>
            </a:lvl5pPr>
            <a:lvl6pPr indent="0" lvl="5" marL="0" algn="r">
              <a:spcBef>
                <a:spcPts val="0"/>
              </a:spcBef>
              <a:buNone/>
              <a:defRPr b="0" sz="1000">
                <a:solidFill>
                  <a:schemeClr val="lt1"/>
                </a:solidFill>
                <a:latin typeface="Lucida Sans"/>
                <a:ea typeface="Lucida Sans"/>
                <a:cs typeface="Lucida Sans"/>
                <a:sym typeface="Lucida Sans"/>
              </a:defRPr>
            </a:lvl6pPr>
            <a:lvl7pPr indent="0" lvl="6" marL="0" algn="r">
              <a:spcBef>
                <a:spcPts val="0"/>
              </a:spcBef>
              <a:buNone/>
              <a:defRPr b="0" sz="1000">
                <a:solidFill>
                  <a:schemeClr val="lt1"/>
                </a:solidFill>
                <a:latin typeface="Lucida Sans"/>
                <a:ea typeface="Lucida Sans"/>
                <a:cs typeface="Lucida Sans"/>
                <a:sym typeface="Lucida Sans"/>
              </a:defRPr>
            </a:lvl7pPr>
            <a:lvl8pPr indent="0" lvl="7" marL="0" algn="r">
              <a:spcBef>
                <a:spcPts val="0"/>
              </a:spcBef>
              <a:buNone/>
              <a:defRPr b="0" sz="1000">
                <a:solidFill>
                  <a:schemeClr val="lt1"/>
                </a:solidFill>
                <a:latin typeface="Lucida Sans"/>
                <a:ea typeface="Lucida Sans"/>
                <a:cs typeface="Lucida Sans"/>
                <a:sym typeface="Lucida Sans"/>
              </a:defRPr>
            </a:lvl8pPr>
            <a:lvl9pPr indent="0" lvl="8" marL="0" algn="r">
              <a:spcBef>
                <a:spcPts val="0"/>
              </a:spcBef>
              <a:buNone/>
              <a:defRPr b="0" sz="1000">
                <a:solidFill>
                  <a:schemeClr val="lt1"/>
                </a:solidFill>
                <a:latin typeface="Lucida Sans"/>
                <a:ea typeface="Lucida Sans"/>
                <a:cs typeface="Lucida Sans"/>
                <a:sym typeface="Lucida Sans"/>
              </a:defRPr>
            </a:lvl9pPr>
          </a:lstStyle>
          <a:p>
            <a:pPr indent="0" lvl="0" marL="0" rtl="0" algn="r">
              <a:spcBef>
                <a:spcPts val="0"/>
              </a:spcBef>
              <a:spcAft>
                <a:spcPts val="0"/>
              </a:spcAft>
              <a:buNone/>
            </a:pPr>
            <a:fld id="{00000000-1234-1234-1234-123412341234}" type="slidenum">
              <a:rPr lang="en-US"/>
              <a:t>‹#›</a:t>
            </a:fld>
            <a:endParaRPr/>
          </a:p>
        </p:txBody>
      </p:sp>
      <p:sp>
        <p:nvSpPr>
          <p:cNvPr id="83" name="Google Shape;83;p31"/>
          <p:cNvSpPr txBox="1"/>
          <p:nvPr>
            <p:ph type="title"/>
          </p:nvPr>
        </p:nvSpPr>
        <p:spPr>
          <a:xfrm>
            <a:off x="228600" y="5189463"/>
            <a:ext cx="8075400" cy="600300"/>
          </a:xfrm>
          <a:prstGeom prst="rect">
            <a:avLst/>
          </a:prstGeom>
          <a:noFill/>
          <a:ln>
            <a:noFill/>
          </a:ln>
        </p:spPr>
        <p:txBody>
          <a:bodyPr anchorCtr="0" anchor="t" bIns="45700" lIns="91425" spcFirstLastPara="1" rIns="91425" wrap="square" tIns="45700">
            <a:normAutofit/>
          </a:bodyPr>
          <a:lstStyle>
            <a:lvl1pPr lvl="0" marR="0" algn="r">
              <a:spcBef>
                <a:spcPts val="0"/>
              </a:spcBef>
              <a:spcAft>
                <a:spcPts val="0"/>
              </a:spcAft>
              <a:buClr>
                <a:schemeClr val="accent1"/>
              </a:buClr>
              <a:buSzPts val="3000"/>
              <a:buFont typeface="Lucida Sans"/>
              <a:buNone/>
              <a:defRPr b="0" sz="3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1"/>
          <p:cNvSpPr/>
          <p:nvPr/>
        </p:nvSpPr>
        <p:spPr>
          <a:xfrm>
            <a:off x="499273" y="6341265"/>
            <a:ext cx="4940624" cy="982481"/>
          </a:xfrm>
          <a:custGeom>
            <a:rect b="b" l="l" r="r" t="t"/>
            <a:pathLst>
              <a:path extrusionOk="0" h="337" w="7485">
                <a:moveTo>
                  <a:pt x="0" y="2"/>
                </a:moveTo>
                <a:lnTo>
                  <a:pt x="7485" y="337"/>
                </a:lnTo>
                <a:lnTo>
                  <a:pt x="5558" y="337"/>
                </a:lnTo>
                <a:lnTo>
                  <a:pt x="1" y="0"/>
                </a:lnTo>
              </a:path>
            </a:pathLst>
          </a:custGeom>
          <a:solidFill>
            <a:srgbClr val="A4B8DA">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85" name="Google Shape;85;p31"/>
          <p:cNvSpPr/>
          <p:nvPr/>
        </p:nvSpPr>
        <p:spPr>
          <a:xfrm>
            <a:off x="485717" y="6334945"/>
            <a:ext cx="3690451" cy="995680"/>
          </a:xfrm>
          <a:custGeom>
            <a:rect b="b" l="l" r="r" t="t"/>
            <a:pathLst>
              <a:path extrusionOk="0" h="588" w="5591">
                <a:moveTo>
                  <a:pt x="0" y="0"/>
                </a:moveTo>
                <a:lnTo>
                  <a:pt x="5591" y="585"/>
                </a:lnTo>
                <a:lnTo>
                  <a:pt x="4415" y="588"/>
                </a:lnTo>
                <a:lnTo>
                  <a:pt x="12" y="4"/>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86" name="Google Shape;86;p31"/>
          <p:cNvSpPr/>
          <p:nvPr/>
        </p:nvSpPr>
        <p:spPr>
          <a:xfrm>
            <a:off x="-6042" y="6177337"/>
            <a:ext cx="3402300" cy="1152900"/>
          </a:xfrm>
          <a:prstGeom prst="rtTriangle">
            <a:avLst/>
          </a:prstGeom>
          <a:blipFill rotWithShape="1">
            <a:blip r:embed="rId2">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cxnSp>
        <p:nvCxnSpPr>
          <p:cNvPr id="87" name="Google Shape;87;p31"/>
          <p:cNvCxnSpPr/>
          <p:nvPr/>
        </p:nvCxnSpPr>
        <p:spPr>
          <a:xfrm>
            <a:off x="-9237" y="6173587"/>
            <a:ext cx="3405600" cy="1156800"/>
          </a:xfrm>
          <a:prstGeom prst="straightConnector1">
            <a:avLst/>
          </a:prstGeom>
          <a:noFill/>
          <a:ln cap="flat" cmpd="sng" w="12050">
            <a:solidFill>
              <a:srgbClr val="9CB2D5"/>
            </a:solidFill>
            <a:prstDash val="solid"/>
            <a:miter lim="800000"/>
            <a:headEnd len="sm" w="sm" type="none"/>
            <a:tailEnd len="sm" w="sm" type="none"/>
          </a:ln>
        </p:spPr>
      </p:cxnSp>
      <p:sp>
        <p:nvSpPr>
          <p:cNvPr id="88" name="Google Shape;88;p31"/>
          <p:cNvSpPr/>
          <p:nvPr/>
        </p:nvSpPr>
        <p:spPr>
          <a:xfrm>
            <a:off x="8664112" y="5321003"/>
            <a:ext cx="183000" cy="243900"/>
          </a:xfrm>
          <a:prstGeom prst="chevron">
            <a:avLst>
              <a:gd fmla="val 50000" name="adj"/>
            </a:avLst>
          </a:prstGeom>
          <a:gradFill>
            <a:gsLst>
              <a:gs pos="0">
                <a:srgbClr val="33659F"/>
              </a:gs>
              <a:gs pos="72000">
                <a:srgbClr val="6191D4"/>
              </a:gs>
              <a:gs pos="100000">
                <a:srgbClr val="88A7D9"/>
              </a:gs>
            </a:gsLst>
            <a:lin ang="16200000" scaled="0"/>
          </a:gradFill>
          <a:ln cap="rnd" cmpd="sng" w="9525">
            <a:solidFill>
              <a:srgbClr val="395E89"/>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89" name="Google Shape;89;p31"/>
          <p:cNvSpPr/>
          <p:nvPr/>
        </p:nvSpPr>
        <p:spPr>
          <a:xfrm>
            <a:off x="8477696" y="5321003"/>
            <a:ext cx="183000" cy="243900"/>
          </a:xfrm>
          <a:prstGeom prst="chevron">
            <a:avLst>
              <a:gd fmla="val 50000" name="adj"/>
            </a:avLst>
          </a:prstGeom>
          <a:gradFill>
            <a:gsLst>
              <a:gs pos="0">
                <a:srgbClr val="33659F"/>
              </a:gs>
              <a:gs pos="72000">
                <a:srgbClr val="6191D4"/>
              </a:gs>
              <a:gs pos="100000">
                <a:srgbClr val="88A7D9"/>
              </a:gs>
            </a:gsLst>
            <a:lin ang="16200000" scaled="0"/>
          </a:gradFill>
          <a:ln cap="rnd" cmpd="sng" w="9525">
            <a:solidFill>
              <a:srgbClr val="395E89"/>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2"/>
          <p:cNvSpPr txBox="1"/>
          <p:nvPr>
            <p:ph type="title"/>
          </p:nvPr>
        </p:nvSpPr>
        <p:spPr>
          <a:xfrm>
            <a:off x="457200" y="292947"/>
            <a:ext cx="8229600" cy="1219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2"/>
          <p:cNvSpPr txBox="1"/>
          <p:nvPr>
            <p:ph idx="1" type="body"/>
          </p:nvPr>
        </p:nvSpPr>
        <p:spPr>
          <a:xfrm rot="5400000">
            <a:off x="2232750" y="-195466"/>
            <a:ext cx="4678500" cy="8229600"/>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93" name="Google Shape;93;p32"/>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2"/>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2"/>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3"/>
          <p:cNvSpPr txBox="1"/>
          <p:nvPr>
            <p:ph type="title"/>
          </p:nvPr>
        </p:nvSpPr>
        <p:spPr>
          <a:xfrm rot="5400000">
            <a:off x="4749833" y="2387099"/>
            <a:ext cx="5965800" cy="1777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33"/>
          <p:cNvSpPr txBox="1"/>
          <p:nvPr>
            <p:ph idx="1" type="body"/>
          </p:nvPr>
        </p:nvSpPr>
        <p:spPr>
          <a:xfrm rot="5400000">
            <a:off x="636600" y="113550"/>
            <a:ext cx="5965800" cy="6324600"/>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99" name="Google Shape;99;p33"/>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3"/>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3"/>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p:nvPr/>
        </p:nvSpPr>
        <p:spPr>
          <a:xfrm>
            <a:off x="499273" y="6341265"/>
            <a:ext cx="4940624" cy="982481"/>
          </a:xfrm>
          <a:custGeom>
            <a:rect b="b" l="l" r="r" t="t"/>
            <a:pathLst>
              <a:path extrusionOk="0" h="337" w="7485">
                <a:moveTo>
                  <a:pt x="0" y="2"/>
                </a:moveTo>
                <a:lnTo>
                  <a:pt x="7485" y="337"/>
                </a:lnTo>
                <a:lnTo>
                  <a:pt x="5558" y="337"/>
                </a:lnTo>
                <a:lnTo>
                  <a:pt x="1" y="0"/>
                </a:lnTo>
              </a:path>
            </a:pathLst>
          </a:custGeom>
          <a:solidFill>
            <a:srgbClr val="A4B8DA">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11" name="Google Shape;11;p22"/>
          <p:cNvSpPr/>
          <p:nvPr/>
        </p:nvSpPr>
        <p:spPr>
          <a:xfrm>
            <a:off x="485717" y="6334945"/>
            <a:ext cx="3690451" cy="995680"/>
          </a:xfrm>
          <a:custGeom>
            <a:rect b="b" l="l" r="r" t="t"/>
            <a:pathLst>
              <a:path extrusionOk="0" h="588" w="5591">
                <a:moveTo>
                  <a:pt x="0" y="0"/>
                </a:moveTo>
                <a:lnTo>
                  <a:pt x="5591" y="585"/>
                </a:lnTo>
                <a:lnTo>
                  <a:pt x="4415" y="588"/>
                </a:lnTo>
                <a:lnTo>
                  <a:pt x="12" y="4"/>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12" name="Google Shape;12;p22"/>
          <p:cNvSpPr/>
          <p:nvPr/>
        </p:nvSpPr>
        <p:spPr>
          <a:xfrm>
            <a:off x="-6042" y="6177337"/>
            <a:ext cx="3402300" cy="1152900"/>
          </a:xfrm>
          <a:prstGeom prst="rtTriangle">
            <a:avLst/>
          </a:prstGeom>
          <a:blipFill rotWithShape="1">
            <a:blip r:embed="rId1">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cxnSp>
        <p:nvCxnSpPr>
          <p:cNvPr id="13" name="Google Shape;13;p22"/>
          <p:cNvCxnSpPr/>
          <p:nvPr/>
        </p:nvCxnSpPr>
        <p:spPr>
          <a:xfrm>
            <a:off x="-9237" y="6173587"/>
            <a:ext cx="3405600" cy="1156800"/>
          </a:xfrm>
          <a:prstGeom prst="straightConnector1">
            <a:avLst/>
          </a:prstGeom>
          <a:noFill/>
          <a:ln cap="flat" cmpd="sng" w="12050">
            <a:solidFill>
              <a:srgbClr val="9CB2D5"/>
            </a:solidFill>
            <a:prstDash val="solid"/>
            <a:miter lim="800000"/>
            <a:headEnd len="sm" w="sm" type="none"/>
            <a:tailEnd len="sm" w="sm" type="none"/>
          </a:ln>
        </p:spPr>
      </p:cxnSp>
      <p:sp>
        <p:nvSpPr>
          <p:cNvPr id="14" name="Google Shape;14;p22"/>
          <p:cNvSpPr txBox="1"/>
          <p:nvPr>
            <p:ph type="title"/>
          </p:nvPr>
        </p:nvSpPr>
        <p:spPr>
          <a:xfrm>
            <a:off x="457200" y="292947"/>
            <a:ext cx="8229600" cy="12192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100"/>
              <a:buFont typeface="Lucida Sans"/>
              <a:buNone/>
              <a:defRPr b="1" i="0" sz="4100" u="none" cap="none" strike="noStrike">
                <a:solidFill>
                  <a:schemeClr val="dk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2"/>
          <p:cNvSpPr txBox="1"/>
          <p:nvPr>
            <p:ph idx="1" type="body"/>
          </p:nvPr>
        </p:nvSpPr>
        <p:spPr>
          <a:xfrm>
            <a:off x="457200" y="1580083"/>
            <a:ext cx="8229600" cy="4827900"/>
          </a:xfrm>
          <a:prstGeom prst="rect">
            <a:avLst/>
          </a:prstGeom>
          <a:noFill/>
          <a:ln>
            <a:noFill/>
          </a:ln>
        </p:spPr>
        <p:txBody>
          <a:bodyPr anchorCtr="0" anchor="t" bIns="45700" lIns="91425" spcFirstLastPara="1" rIns="91425" wrap="square" tIns="45700">
            <a:normAutofit/>
          </a:bodyPr>
          <a:lstStyle>
            <a:lvl1pPr indent="-345186" lvl="0" marL="45720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indent="-374650" lvl="1" marL="914400" marR="0" rtl="0" algn="l">
              <a:spcBef>
                <a:spcPts val="324"/>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indent="-361950" lvl="2" marL="1371600"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indent="-349250" lvl="3" marL="1828800"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indent="-342900" lvl="4" marL="2286000"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indent="-342900" lvl="5" marL="2743200"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indent="-330200" lvl="6" marL="32004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indent="-330200" lvl="7" marL="36576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indent="-330200" lvl="8" marL="41148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16" name="Google Shape;16;p22"/>
          <p:cNvSpPr txBox="1"/>
          <p:nvPr>
            <p:ph idx="10" type="dt"/>
          </p:nvPr>
        </p:nvSpPr>
        <p:spPr>
          <a:xfrm>
            <a:off x="6727032" y="6835140"/>
            <a:ext cx="1920300" cy="390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000">
                <a:solidFill>
                  <a:schemeClr val="dk1"/>
                </a:solidFill>
                <a:latin typeface="Lucida Sans"/>
                <a:ea typeface="Lucida Sans"/>
                <a:cs typeface="Lucida Sans"/>
                <a:sym typeface="Lucida Sans"/>
              </a:defRPr>
            </a:lvl1pPr>
            <a:lvl2pPr lvl="1"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2pPr>
            <a:lvl3pPr lvl="2"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3pPr>
            <a:lvl4pPr lvl="3"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4pPr>
            <a:lvl5pPr lvl="4"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5pPr>
            <a:lvl6pPr lvl="5"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6pPr>
            <a:lvl7pPr lvl="6"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7pPr>
            <a:lvl8pPr lvl="7"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8pPr>
            <a:lvl9pPr lvl="8"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9pPr>
          </a:lstStyle>
          <a:p/>
        </p:txBody>
      </p:sp>
      <p:sp>
        <p:nvSpPr>
          <p:cNvPr id="17" name="Google Shape;17;p22"/>
          <p:cNvSpPr txBox="1"/>
          <p:nvPr>
            <p:ph idx="11" type="ftr"/>
          </p:nvPr>
        </p:nvSpPr>
        <p:spPr>
          <a:xfrm>
            <a:off x="4380072" y="6835140"/>
            <a:ext cx="2350800" cy="38940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000">
                <a:solidFill>
                  <a:schemeClr val="dk1"/>
                </a:solidFill>
                <a:latin typeface="Lucida Sans"/>
                <a:ea typeface="Lucida Sans"/>
                <a:cs typeface="Lucida Sans"/>
                <a:sym typeface="Lucida Sans"/>
              </a:defRPr>
            </a:lvl1pPr>
            <a:lvl2pPr lvl="1"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2pPr>
            <a:lvl3pPr lvl="2"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3pPr>
            <a:lvl4pPr lvl="3"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4pPr>
            <a:lvl5pPr lvl="4"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5pPr>
            <a:lvl6pPr lvl="5"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6pPr>
            <a:lvl7pPr lvl="6"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7pPr>
            <a:lvl8pPr lvl="7"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8pPr>
            <a:lvl9pPr lvl="8"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9pPr>
          </a:lstStyle>
          <a:p/>
        </p:txBody>
      </p:sp>
      <p:sp>
        <p:nvSpPr>
          <p:cNvPr id="18" name="Google Shape;18;p22"/>
          <p:cNvSpPr txBox="1"/>
          <p:nvPr>
            <p:ph idx="12" type="sldNum"/>
          </p:nvPr>
        </p:nvSpPr>
        <p:spPr>
          <a:xfrm>
            <a:off x="8647272" y="6835140"/>
            <a:ext cx="365700" cy="3894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sz="1000" u="none">
                <a:solidFill>
                  <a:schemeClr val="dk1"/>
                </a:solidFill>
                <a:latin typeface="Lucida Sans"/>
                <a:ea typeface="Lucida Sans"/>
                <a:cs typeface="Lucida Sans"/>
                <a:sym typeface="Lucida Sans"/>
              </a:defRPr>
            </a:lvl1pPr>
            <a:lvl2pPr indent="0" lvl="1" marL="0" marR="0" rtl="0" algn="r">
              <a:spcBef>
                <a:spcPts val="0"/>
              </a:spcBef>
              <a:buNone/>
              <a:defRPr b="0" sz="1000" u="none">
                <a:solidFill>
                  <a:schemeClr val="dk1"/>
                </a:solidFill>
                <a:latin typeface="Lucida Sans"/>
                <a:ea typeface="Lucida Sans"/>
                <a:cs typeface="Lucida Sans"/>
                <a:sym typeface="Lucida Sans"/>
              </a:defRPr>
            </a:lvl2pPr>
            <a:lvl3pPr indent="0" lvl="2" marL="0" marR="0" rtl="0" algn="r">
              <a:spcBef>
                <a:spcPts val="0"/>
              </a:spcBef>
              <a:buNone/>
              <a:defRPr b="0" sz="1000" u="none">
                <a:solidFill>
                  <a:schemeClr val="dk1"/>
                </a:solidFill>
                <a:latin typeface="Lucida Sans"/>
                <a:ea typeface="Lucida Sans"/>
                <a:cs typeface="Lucida Sans"/>
                <a:sym typeface="Lucida Sans"/>
              </a:defRPr>
            </a:lvl3pPr>
            <a:lvl4pPr indent="0" lvl="3" marL="0" marR="0" rtl="0" algn="r">
              <a:spcBef>
                <a:spcPts val="0"/>
              </a:spcBef>
              <a:buNone/>
              <a:defRPr b="0" sz="1000" u="none">
                <a:solidFill>
                  <a:schemeClr val="dk1"/>
                </a:solidFill>
                <a:latin typeface="Lucida Sans"/>
                <a:ea typeface="Lucida Sans"/>
                <a:cs typeface="Lucida Sans"/>
                <a:sym typeface="Lucida Sans"/>
              </a:defRPr>
            </a:lvl4pPr>
            <a:lvl5pPr indent="0" lvl="4" marL="0" marR="0" rtl="0" algn="r">
              <a:spcBef>
                <a:spcPts val="0"/>
              </a:spcBef>
              <a:buNone/>
              <a:defRPr b="0" sz="1000" u="none">
                <a:solidFill>
                  <a:schemeClr val="dk1"/>
                </a:solidFill>
                <a:latin typeface="Lucida Sans"/>
                <a:ea typeface="Lucida Sans"/>
                <a:cs typeface="Lucida Sans"/>
                <a:sym typeface="Lucida Sans"/>
              </a:defRPr>
            </a:lvl5pPr>
            <a:lvl6pPr indent="0" lvl="5" marL="0" marR="0" rtl="0" algn="r">
              <a:spcBef>
                <a:spcPts val="0"/>
              </a:spcBef>
              <a:buNone/>
              <a:defRPr b="0" sz="1000" u="none">
                <a:solidFill>
                  <a:schemeClr val="dk1"/>
                </a:solidFill>
                <a:latin typeface="Lucida Sans"/>
                <a:ea typeface="Lucida Sans"/>
                <a:cs typeface="Lucida Sans"/>
                <a:sym typeface="Lucida Sans"/>
              </a:defRPr>
            </a:lvl6pPr>
            <a:lvl7pPr indent="0" lvl="6" marL="0" marR="0" rtl="0" algn="r">
              <a:spcBef>
                <a:spcPts val="0"/>
              </a:spcBef>
              <a:buNone/>
              <a:defRPr b="0" sz="1000" u="none">
                <a:solidFill>
                  <a:schemeClr val="dk1"/>
                </a:solidFill>
                <a:latin typeface="Lucida Sans"/>
                <a:ea typeface="Lucida Sans"/>
                <a:cs typeface="Lucida Sans"/>
                <a:sym typeface="Lucida Sans"/>
              </a:defRPr>
            </a:lvl7pPr>
            <a:lvl8pPr indent="0" lvl="7" marL="0" marR="0" rtl="0" algn="r">
              <a:spcBef>
                <a:spcPts val="0"/>
              </a:spcBef>
              <a:buNone/>
              <a:defRPr b="0" sz="1000" u="none">
                <a:solidFill>
                  <a:schemeClr val="dk1"/>
                </a:solidFill>
                <a:latin typeface="Lucida Sans"/>
                <a:ea typeface="Lucida Sans"/>
                <a:cs typeface="Lucida Sans"/>
                <a:sym typeface="Lucida Sans"/>
              </a:defRPr>
            </a:lvl8pPr>
            <a:lvl9pPr indent="0" lvl="8" marL="0" marR="0" rtl="0" algn="r">
              <a:spcBef>
                <a:spcPts val="0"/>
              </a:spcBef>
              <a:buNone/>
              <a:defRPr b="0" sz="1000" u="none">
                <a:solidFill>
                  <a:schemeClr val="dk1"/>
                </a:solidFill>
                <a:latin typeface="Lucida Sans"/>
                <a:ea typeface="Lucida Sans"/>
                <a:cs typeface="Lucida Sans"/>
                <a:sym typeface="Lucida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ph type="ctrTitle"/>
          </p:nvPr>
        </p:nvSpPr>
        <p:spPr>
          <a:xfrm>
            <a:off x="685800" y="1869441"/>
            <a:ext cx="7772400" cy="19518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dk2"/>
              </a:buClr>
              <a:buSzPct val="100000"/>
              <a:buFont typeface="Lucida Sans"/>
              <a:buNone/>
            </a:pPr>
            <a:r>
              <a:rPr b="1" lang="en-US" sz="5300" u="sng"/>
              <a:t>Surveillance Capitalism</a:t>
            </a:r>
            <a:br>
              <a:rPr b="1" lang="en-US"/>
            </a:br>
            <a:endParaRPr/>
          </a:p>
        </p:txBody>
      </p:sp>
      <p:sp>
        <p:nvSpPr>
          <p:cNvPr id="107" name="Google Shape;107;p1"/>
          <p:cNvSpPr txBox="1"/>
          <p:nvPr>
            <p:ph idx="1" type="subTitle"/>
          </p:nvPr>
        </p:nvSpPr>
        <p:spPr>
          <a:xfrm>
            <a:off x="533400" y="4958080"/>
            <a:ext cx="6248400" cy="1300500"/>
          </a:xfrm>
          <a:prstGeom prst="rect">
            <a:avLst/>
          </a:prstGeom>
          <a:noFill/>
          <a:ln>
            <a:noFill/>
          </a:ln>
        </p:spPr>
        <p:txBody>
          <a:bodyPr anchorCtr="0" anchor="t" bIns="45700" lIns="45700" spcFirstLastPara="1" rIns="45700" wrap="square" tIns="45700">
            <a:normAutofit/>
          </a:bodyPr>
          <a:lstStyle/>
          <a:p>
            <a:pPr indent="0" lvl="0" marL="0" marR="64008" rtl="0" algn="r">
              <a:spcBef>
                <a:spcPts val="0"/>
              </a:spcBef>
              <a:spcAft>
                <a:spcPts val="0"/>
              </a:spcAft>
              <a:buSzPts val="1836"/>
              <a:buNone/>
            </a:pPr>
            <a:r>
              <a:rPr lang="en-US">
                <a:solidFill>
                  <a:srgbClr val="002060"/>
                </a:solidFill>
              </a:rPr>
              <a:t>Welcome to our Presentation</a:t>
            </a:r>
            <a:endParaRPr>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p:nvPr/>
        </p:nvSpPr>
        <p:spPr>
          <a:xfrm>
            <a:off x="555650" y="1433653"/>
            <a:ext cx="7786200" cy="39696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Lucida Sans"/>
              <a:ea typeface="Lucida Sans"/>
              <a:cs typeface="Lucida Sans"/>
              <a:sym typeface="Lucida Sans"/>
            </a:endParaRPr>
          </a:p>
        </p:txBody>
      </p:sp>
      <p:sp>
        <p:nvSpPr>
          <p:cNvPr id="113" name="Google Shape;113;p2"/>
          <p:cNvSpPr/>
          <p:nvPr/>
        </p:nvSpPr>
        <p:spPr>
          <a:xfrm>
            <a:off x="8686800" y="1362080"/>
            <a:ext cx="457200" cy="44940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
        <p:nvSpPr>
          <p:cNvPr id="114" name="Google Shape;114;p2"/>
          <p:cNvSpPr txBox="1"/>
          <p:nvPr>
            <p:ph idx="1" type="body"/>
          </p:nvPr>
        </p:nvSpPr>
        <p:spPr>
          <a:xfrm>
            <a:off x="555650" y="1433653"/>
            <a:ext cx="7786200" cy="4134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b="1" lang="en-US" sz="3000"/>
              <a:t>Definition</a:t>
            </a:r>
            <a:endParaRPr b="1" sz="3000"/>
          </a:p>
          <a:p>
            <a:pPr indent="0" lvl="0" marL="0" rtl="0" algn="ctr">
              <a:spcBef>
                <a:spcPts val="0"/>
              </a:spcBef>
              <a:spcAft>
                <a:spcPts val="0"/>
              </a:spcAft>
              <a:buNone/>
            </a:pPr>
            <a:r>
              <a:t/>
            </a:r>
            <a:endParaRPr sz="2000"/>
          </a:p>
          <a:p>
            <a:pPr indent="0" lvl="0" marL="0" rtl="0" algn="ctr">
              <a:lnSpc>
                <a:spcPct val="115000"/>
              </a:lnSpc>
              <a:spcBef>
                <a:spcPts val="0"/>
              </a:spcBef>
              <a:spcAft>
                <a:spcPts val="0"/>
              </a:spcAft>
              <a:buClr>
                <a:schemeClr val="dk1"/>
              </a:buClr>
              <a:buFont typeface="Arial"/>
              <a:buNone/>
            </a:pPr>
            <a:r>
              <a:rPr lang="en-US" sz="2400"/>
              <a:t>An economic system where companies collect, analyze, and sell personal data to predict and influence user behavior for profit. Also known as "The hidden trade of human experience for profit."</a:t>
            </a:r>
            <a:endParaRPr sz="2400"/>
          </a:p>
          <a:p>
            <a:pPr indent="0" lvl="0" marL="0" rtl="0" algn="l">
              <a:spcBef>
                <a:spcPts val="400"/>
              </a:spcBef>
              <a:spcAft>
                <a:spcPts val="0"/>
              </a:spcAft>
              <a:buNone/>
            </a:pPr>
            <a:r>
              <a:t/>
            </a:r>
            <a:endParaRPr b="1" sz="3000"/>
          </a:p>
        </p:txBody>
      </p:sp>
      <p:sp>
        <p:nvSpPr>
          <p:cNvPr id="115" name="Google Shape;115;p2"/>
          <p:cNvSpPr txBox="1"/>
          <p:nvPr/>
        </p:nvSpPr>
        <p:spPr>
          <a:xfrm>
            <a:off x="5192275" y="4323253"/>
            <a:ext cx="34110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latin typeface="Calibri"/>
                <a:ea typeface="Calibri"/>
                <a:cs typeface="Calibri"/>
                <a:sym typeface="Calibri"/>
              </a:rPr>
              <a:t>- The Age of Surveillance Capitalism</a:t>
            </a:r>
            <a:endParaRPr sz="1500">
              <a:solidFill>
                <a:schemeClr val="dk1"/>
              </a:solidFill>
              <a:latin typeface="Calibri"/>
              <a:ea typeface="Calibri"/>
              <a:cs typeface="Calibri"/>
              <a:sym typeface="Calibri"/>
            </a:endParaRPr>
          </a:p>
        </p:txBody>
      </p:sp>
      <p:sp>
        <p:nvSpPr>
          <p:cNvPr id="116" name="Google Shape;116;p2"/>
          <p:cNvSpPr txBox="1"/>
          <p:nvPr/>
        </p:nvSpPr>
        <p:spPr>
          <a:xfrm>
            <a:off x="6570525" y="4575947"/>
            <a:ext cx="1621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chemeClr val="dk1"/>
                </a:solidFill>
                <a:latin typeface="Calibri"/>
                <a:ea typeface="Calibri"/>
                <a:cs typeface="Calibri"/>
                <a:sym typeface="Calibri"/>
              </a:rPr>
              <a:t>- Shoshana Zuboff</a:t>
            </a:r>
            <a:endParaRPr sz="15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681a89e59e_0_15"/>
          <p:cNvSpPr/>
          <p:nvPr/>
        </p:nvSpPr>
        <p:spPr>
          <a:xfrm>
            <a:off x="666400" y="1361947"/>
            <a:ext cx="7575600" cy="43761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Lucida Sans"/>
              <a:ea typeface="Lucida Sans"/>
              <a:cs typeface="Lucida Sans"/>
              <a:sym typeface="Lucida Sans"/>
            </a:endParaRPr>
          </a:p>
        </p:txBody>
      </p:sp>
      <p:sp>
        <p:nvSpPr>
          <p:cNvPr id="122" name="Google Shape;122;g3681a89e59e_0_15"/>
          <p:cNvSpPr/>
          <p:nvPr/>
        </p:nvSpPr>
        <p:spPr>
          <a:xfrm>
            <a:off x="8686800" y="1362080"/>
            <a:ext cx="457200" cy="44940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
        <p:nvSpPr>
          <p:cNvPr id="123" name="Google Shape;123;g3681a89e59e_0_15"/>
          <p:cNvSpPr txBox="1"/>
          <p:nvPr>
            <p:ph idx="1" type="body"/>
          </p:nvPr>
        </p:nvSpPr>
        <p:spPr>
          <a:xfrm>
            <a:off x="611025" y="1340213"/>
            <a:ext cx="7476000" cy="43761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t/>
            </a:r>
            <a:endParaRPr sz="2000"/>
          </a:p>
          <a:p>
            <a:pPr indent="0" lvl="0" marL="0" rtl="0" algn="ctr">
              <a:spcBef>
                <a:spcPts val="0"/>
              </a:spcBef>
              <a:spcAft>
                <a:spcPts val="0"/>
              </a:spcAft>
              <a:buNone/>
            </a:pPr>
            <a:r>
              <a:rPr b="1" lang="en-US" sz="3000"/>
              <a:t>Key concept</a:t>
            </a:r>
            <a:endParaRPr b="1" sz="3000"/>
          </a:p>
        </p:txBody>
      </p:sp>
      <p:sp>
        <p:nvSpPr>
          <p:cNvPr id="124" name="Google Shape;124;g3681a89e59e_0_15"/>
          <p:cNvSpPr txBox="1"/>
          <p:nvPr/>
        </p:nvSpPr>
        <p:spPr>
          <a:xfrm>
            <a:off x="5192275" y="4269360"/>
            <a:ext cx="34110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25" name="Google Shape;125;g3681a89e59e_0_15"/>
          <p:cNvSpPr txBox="1"/>
          <p:nvPr/>
        </p:nvSpPr>
        <p:spPr>
          <a:xfrm>
            <a:off x="6570525" y="4522480"/>
            <a:ext cx="1621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26" name="Google Shape;126;g3681a89e59e_0_15"/>
          <p:cNvSpPr txBox="1"/>
          <p:nvPr/>
        </p:nvSpPr>
        <p:spPr>
          <a:xfrm>
            <a:off x="876850" y="2489013"/>
            <a:ext cx="7314900" cy="2571600"/>
          </a:xfrm>
          <a:prstGeom prst="rect">
            <a:avLst/>
          </a:prstGeom>
          <a:noFill/>
          <a:ln>
            <a:noFill/>
          </a:ln>
        </p:spPr>
        <p:txBody>
          <a:bodyPr anchorCtr="0" anchor="t" bIns="91425" lIns="91425" spcFirstLastPara="1" rIns="91425" wrap="square" tIns="91425">
            <a:noAutofit/>
          </a:bodyPr>
          <a:lstStyle/>
          <a:p>
            <a:pPr indent="-381000" lvl="0" marL="457200" rtl="0" algn="l">
              <a:spcBef>
                <a:spcPts val="1000"/>
              </a:spcBef>
              <a:spcAft>
                <a:spcPts val="0"/>
              </a:spcAft>
              <a:buClr>
                <a:schemeClr val="dk1"/>
              </a:buClr>
              <a:buSzPts val="2400"/>
              <a:buFont typeface="Lucida Sans"/>
              <a:buChar char="❏"/>
            </a:pPr>
            <a:r>
              <a:rPr lang="en-US" sz="2400">
                <a:solidFill>
                  <a:schemeClr val="dk1"/>
                </a:solidFill>
                <a:latin typeface="Lucida Sans"/>
                <a:ea typeface="Lucida Sans"/>
                <a:cs typeface="Lucida Sans"/>
                <a:sym typeface="Lucida Sans"/>
              </a:rPr>
              <a:t>Personal data as a key economic asset.</a:t>
            </a:r>
            <a:endParaRPr sz="2400">
              <a:solidFill>
                <a:schemeClr val="dk1"/>
              </a:solidFill>
              <a:latin typeface="Lucida Sans"/>
              <a:ea typeface="Lucida Sans"/>
              <a:cs typeface="Lucida Sans"/>
              <a:sym typeface="Lucida Sans"/>
            </a:endParaRPr>
          </a:p>
          <a:p>
            <a:pPr indent="-381000" lvl="0" marL="457200" rtl="0" algn="l">
              <a:spcBef>
                <a:spcPts val="1000"/>
              </a:spcBef>
              <a:spcAft>
                <a:spcPts val="0"/>
              </a:spcAft>
              <a:buClr>
                <a:schemeClr val="dk1"/>
              </a:buClr>
              <a:buSzPts val="2400"/>
              <a:buFont typeface="Lucida Sans"/>
              <a:buChar char="❏"/>
            </a:pPr>
            <a:r>
              <a:rPr lang="en-US" sz="2400">
                <a:solidFill>
                  <a:schemeClr val="dk1"/>
                </a:solidFill>
                <a:latin typeface="Lucida Sans"/>
                <a:ea typeface="Lucida Sans"/>
                <a:cs typeface="Lucida Sans"/>
                <a:sym typeface="Lucida Sans"/>
              </a:rPr>
              <a:t>Monitoring and predicting behavior using algorithms.</a:t>
            </a:r>
            <a:endParaRPr sz="2400">
              <a:solidFill>
                <a:schemeClr val="dk1"/>
              </a:solidFill>
              <a:latin typeface="Lucida Sans"/>
              <a:ea typeface="Lucida Sans"/>
              <a:cs typeface="Lucida Sans"/>
              <a:sym typeface="Lucida Sans"/>
            </a:endParaRPr>
          </a:p>
          <a:p>
            <a:pPr indent="-381000" lvl="0" marL="457200" rtl="0" algn="l">
              <a:spcBef>
                <a:spcPts val="1000"/>
              </a:spcBef>
              <a:spcAft>
                <a:spcPts val="0"/>
              </a:spcAft>
              <a:buClr>
                <a:schemeClr val="dk1"/>
              </a:buClr>
              <a:buSzPts val="2400"/>
              <a:buFont typeface="Lucida Sans"/>
              <a:buChar char="❏"/>
            </a:pPr>
            <a:r>
              <a:rPr lang="en-US" sz="2400">
                <a:solidFill>
                  <a:schemeClr val="dk1"/>
                </a:solidFill>
                <a:latin typeface="Lucida Sans"/>
                <a:ea typeface="Lucida Sans"/>
                <a:cs typeface="Lucida Sans"/>
                <a:sym typeface="Lucida Sans"/>
              </a:rPr>
              <a:t>Influencing consumer choices and decisions.</a:t>
            </a:r>
            <a:endParaRPr sz="2400">
              <a:solidFill>
                <a:schemeClr val="dk1"/>
              </a:solidFill>
              <a:latin typeface="Lucida Sans"/>
              <a:ea typeface="Lucida Sans"/>
              <a:cs typeface="Lucida Sans"/>
              <a:sym typeface="Lucida Sans"/>
            </a:endParaRPr>
          </a:p>
          <a:p>
            <a:pPr indent="-381000" lvl="0" marL="457200" rtl="0" algn="l">
              <a:spcBef>
                <a:spcPts val="1000"/>
              </a:spcBef>
              <a:spcAft>
                <a:spcPts val="0"/>
              </a:spcAft>
              <a:buClr>
                <a:schemeClr val="dk1"/>
              </a:buClr>
              <a:buSzPts val="2400"/>
              <a:buFont typeface="Lucida Sans"/>
              <a:buChar char="❏"/>
            </a:pPr>
            <a:r>
              <a:rPr lang="en-US" sz="2400">
                <a:solidFill>
                  <a:schemeClr val="dk1"/>
                </a:solidFill>
                <a:latin typeface="Lucida Sans"/>
                <a:ea typeface="Lucida Sans"/>
                <a:cs typeface="Lucida Sans"/>
                <a:sym typeface="Lucida Sans"/>
              </a:rPr>
              <a:t>Market dominated by a few tech giants.</a:t>
            </a:r>
            <a:endParaRPr sz="2700">
              <a:solidFill>
                <a:schemeClr val="dk1"/>
              </a:solidFill>
              <a:latin typeface="Lucida Sans"/>
              <a:ea typeface="Lucida Sans"/>
              <a:cs typeface="Lucida Sans"/>
              <a:sym typeface="Lucid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681a89e59e_0_24"/>
          <p:cNvSpPr/>
          <p:nvPr/>
        </p:nvSpPr>
        <p:spPr>
          <a:xfrm>
            <a:off x="666400" y="1361947"/>
            <a:ext cx="7575600" cy="43761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Lucida Sans"/>
              <a:ea typeface="Lucida Sans"/>
              <a:cs typeface="Lucida Sans"/>
              <a:sym typeface="Lucida Sans"/>
            </a:endParaRPr>
          </a:p>
        </p:txBody>
      </p:sp>
      <p:sp>
        <p:nvSpPr>
          <p:cNvPr id="132" name="Google Shape;132;g3681a89e59e_0_24"/>
          <p:cNvSpPr/>
          <p:nvPr/>
        </p:nvSpPr>
        <p:spPr>
          <a:xfrm>
            <a:off x="8686800" y="1362080"/>
            <a:ext cx="457200" cy="44940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
        <p:nvSpPr>
          <p:cNvPr id="133" name="Google Shape;133;g3681a89e59e_0_24"/>
          <p:cNvSpPr txBox="1"/>
          <p:nvPr>
            <p:ph idx="1" type="body"/>
          </p:nvPr>
        </p:nvSpPr>
        <p:spPr>
          <a:xfrm>
            <a:off x="600475" y="1361947"/>
            <a:ext cx="7806300" cy="43761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t/>
            </a:r>
            <a:endParaRPr sz="2000"/>
          </a:p>
          <a:p>
            <a:pPr indent="0" lvl="0" marL="0" rtl="0" algn="ctr">
              <a:spcBef>
                <a:spcPts val="0"/>
              </a:spcBef>
              <a:spcAft>
                <a:spcPts val="0"/>
              </a:spcAft>
              <a:buNone/>
            </a:pPr>
            <a:r>
              <a:rPr b="1" lang="en-US" sz="3000"/>
              <a:t>Impact</a:t>
            </a:r>
            <a:endParaRPr b="1" sz="3000"/>
          </a:p>
        </p:txBody>
      </p:sp>
      <p:sp>
        <p:nvSpPr>
          <p:cNvPr id="134" name="Google Shape;134;g3681a89e59e_0_24"/>
          <p:cNvSpPr txBox="1"/>
          <p:nvPr/>
        </p:nvSpPr>
        <p:spPr>
          <a:xfrm>
            <a:off x="5192275" y="4269360"/>
            <a:ext cx="34110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35" name="Google Shape;135;g3681a89e59e_0_24"/>
          <p:cNvSpPr txBox="1"/>
          <p:nvPr/>
        </p:nvSpPr>
        <p:spPr>
          <a:xfrm>
            <a:off x="6570525" y="4522480"/>
            <a:ext cx="1621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36" name="Google Shape;136;g3681a89e59e_0_24"/>
          <p:cNvSpPr txBox="1"/>
          <p:nvPr/>
        </p:nvSpPr>
        <p:spPr>
          <a:xfrm>
            <a:off x="715825" y="2758453"/>
            <a:ext cx="7575600" cy="2282100"/>
          </a:xfrm>
          <a:prstGeom prst="rect">
            <a:avLst/>
          </a:prstGeom>
          <a:noFill/>
          <a:ln>
            <a:noFill/>
          </a:ln>
        </p:spPr>
        <p:txBody>
          <a:bodyPr anchorCtr="0" anchor="t" bIns="91425" lIns="91425" spcFirstLastPara="1" rIns="91425" wrap="square" tIns="91425">
            <a:noAutofit/>
          </a:bodyPr>
          <a:lstStyle/>
          <a:p>
            <a:pPr indent="-368300" lvl="0" marL="457200" rtl="0" algn="l">
              <a:spcBef>
                <a:spcPts val="1000"/>
              </a:spcBef>
              <a:spcAft>
                <a:spcPts val="0"/>
              </a:spcAft>
              <a:buClr>
                <a:schemeClr val="dk1"/>
              </a:buClr>
              <a:buSzPts val="2200"/>
              <a:buFont typeface="Lucida Sans"/>
              <a:buChar char="●"/>
            </a:pPr>
            <a:r>
              <a:rPr b="1" lang="en-US" sz="2200">
                <a:solidFill>
                  <a:schemeClr val="dk1"/>
                </a:solidFill>
                <a:latin typeface="Lucida Sans"/>
                <a:ea typeface="Lucida Sans"/>
                <a:cs typeface="Lucida Sans"/>
                <a:sym typeface="Lucida Sans"/>
              </a:rPr>
              <a:t>On Economy:</a:t>
            </a:r>
            <a:r>
              <a:rPr lang="en-US" sz="2200">
                <a:solidFill>
                  <a:schemeClr val="dk1"/>
                </a:solidFill>
                <a:latin typeface="Lucida Sans"/>
                <a:ea typeface="Lucida Sans"/>
                <a:cs typeface="Lucida Sans"/>
                <a:sym typeface="Lucida Sans"/>
              </a:rPr>
              <a:t> Privacy gone, choices controlled e.g., TikTok’s addictive feed.</a:t>
            </a:r>
            <a:endParaRPr sz="2200">
              <a:solidFill>
                <a:schemeClr val="dk1"/>
              </a:solidFill>
              <a:latin typeface="Lucida Sans"/>
              <a:ea typeface="Lucida Sans"/>
              <a:cs typeface="Lucida Sans"/>
              <a:sym typeface="Lucida Sans"/>
            </a:endParaRPr>
          </a:p>
          <a:p>
            <a:pPr indent="-368300" lvl="0" marL="457200" rtl="0" algn="l">
              <a:spcBef>
                <a:spcPts val="1000"/>
              </a:spcBef>
              <a:spcAft>
                <a:spcPts val="0"/>
              </a:spcAft>
              <a:buClr>
                <a:schemeClr val="dk1"/>
              </a:buClr>
              <a:buSzPts val="2200"/>
              <a:buChar char="●"/>
            </a:pPr>
            <a:r>
              <a:rPr b="1" lang="en-US" sz="2200">
                <a:solidFill>
                  <a:schemeClr val="dk1"/>
                </a:solidFill>
              </a:rPr>
              <a:t>On Society: </a:t>
            </a:r>
            <a:r>
              <a:rPr lang="en-US" sz="2200">
                <a:solidFill>
                  <a:schemeClr val="dk1"/>
                </a:solidFill>
              </a:rPr>
              <a:t>Big tech owns ads, small businesses lose.</a:t>
            </a:r>
            <a:endParaRPr sz="2200">
              <a:solidFill>
                <a:schemeClr val="dk1"/>
              </a:solidFill>
              <a:latin typeface="Lucida Sans"/>
              <a:ea typeface="Lucida Sans"/>
              <a:cs typeface="Lucida Sans"/>
              <a:sym typeface="Lucida Sans"/>
            </a:endParaRPr>
          </a:p>
          <a:p>
            <a:pPr indent="-368300" lvl="0" marL="457200" rtl="0" algn="l">
              <a:spcBef>
                <a:spcPts val="1000"/>
              </a:spcBef>
              <a:spcAft>
                <a:spcPts val="0"/>
              </a:spcAft>
              <a:buClr>
                <a:schemeClr val="dk1"/>
              </a:buClr>
              <a:buSzPts val="2200"/>
              <a:buChar char="●"/>
            </a:pPr>
            <a:r>
              <a:rPr b="1" lang="en-US" sz="2200">
                <a:solidFill>
                  <a:schemeClr val="dk1"/>
                </a:solidFill>
              </a:rPr>
              <a:t>On Economy: </a:t>
            </a:r>
            <a:r>
              <a:rPr lang="en-US" sz="2200">
                <a:solidFill>
                  <a:schemeClr val="dk1"/>
                </a:solidFill>
              </a:rPr>
              <a:t>Algorithms fuel anger and profit from it.</a:t>
            </a:r>
            <a:endParaRPr sz="2200">
              <a:solidFill>
                <a:schemeClr val="dk1"/>
              </a:solidFill>
              <a:latin typeface="Lucida Sans"/>
              <a:ea typeface="Lucida Sans"/>
              <a:cs typeface="Lucida Sans"/>
              <a:sym typeface="Lucid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681a89e59e_0_43"/>
          <p:cNvSpPr/>
          <p:nvPr/>
        </p:nvSpPr>
        <p:spPr>
          <a:xfrm>
            <a:off x="666400" y="1361947"/>
            <a:ext cx="7575600" cy="43761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Lucida Sans"/>
              <a:ea typeface="Lucida Sans"/>
              <a:cs typeface="Lucida Sans"/>
              <a:sym typeface="Lucida Sans"/>
            </a:endParaRPr>
          </a:p>
        </p:txBody>
      </p:sp>
      <p:sp>
        <p:nvSpPr>
          <p:cNvPr id="142" name="Google Shape;142;g3681a89e59e_0_43"/>
          <p:cNvSpPr/>
          <p:nvPr/>
        </p:nvSpPr>
        <p:spPr>
          <a:xfrm>
            <a:off x="8686800" y="1362080"/>
            <a:ext cx="457200" cy="44940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
        <p:nvSpPr>
          <p:cNvPr id="143" name="Google Shape;143;g3681a89e59e_0_43"/>
          <p:cNvSpPr txBox="1"/>
          <p:nvPr>
            <p:ph idx="1" type="body"/>
          </p:nvPr>
        </p:nvSpPr>
        <p:spPr>
          <a:xfrm>
            <a:off x="611025" y="1340213"/>
            <a:ext cx="7476000" cy="43761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t/>
            </a:r>
            <a:endParaRPr sz="2000"/>
          </a:p>
          <a:p>
            <a:pPr indent="0" lvl="0" marL="0" rtl="0" algn="ctr">
              <a:spcBef>
                <a:spcPts val="0"/>
              </a:spcBef>
              <a:spcAft>
                <a:spcPts val="0"/>
              </a:spcAft>
              <a:buNone/>
            </a:pPr>
            <a:r>
              <a:rPr b="1" lang="en-US" sz="3000"/>
              <a:t>What can be done</a:t>
            </a:r>
            <a:endParaRPr b="1" sz="3000"/>
          </a:p>
        </p:txBody>
      </p:sp>
      <p:sp>
        <p:nvSpPr>
          <p:cNvPr id="144" name="Google Shape;144;g3681a89e59e_0_43"/>
          <p:cNvSpPr txBox="1"/>
          <p:nvPr/>
        </p:nvSpPr>
        <p:spPr>
          <a:xfrm>
            <a:off x="5192275" y="4269360"/>
            <a:ext cx="34110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45" name="Google Shape;145;g3681a89e59e_0_43"/>
          <p:cNvSpPr txBox="1"/>
          <p:nvPr/>
        </p:nvSpPr>
        <p:spPr>
          <a:xfrm>
            <a:off x="6570525" y="4522480"/>
            <a:ext cx="1621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46" name="Google Shape;146;g3681a89e59e_0_43"/>
          <p:cNvSpPr txBox="1"/>
          <p:nvPr/>
        </p:nvSpPr>
        <p:spPr>
          <a:xfrm>
            <a:off x="715825" y="2476240"/>
            <a:ext cx="7575600" cy="2564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US" sz="2200">
                <a:solidFill>
                  <a:schemeClr val="dk1"/>
                </a:solidFill>
              </a:rPr>
              <a:t>Protect Yourself:</a:t>
            </a:r>
            <a:r>
              <a:rPr lang="en-US" sz="2200">
                <a:solidFill>
                  <a:schemeClr val="dk1"/>
                </a:solidFill>
              </a:rPr>
              <a:t> Control your data — use DuckDuckGo, Signal, turn off ad tracking, check privacy settings.</a:t>
            </a:r>
            <a:endParaRPr sz="2200">
              <a:solidFill>
                <a:schemeClr val="dk1"/>
              </a:solidFill>
            </a:endParaRPr>
          </a:p>
          <a:p>
            <a:pPr indent="0" lvl="0" marL="0" rtl="0" algn="l">
              <a:lnSpc>
                <a:spcPct val="100000"/>
              </a:lnSpc>
              <a:spcBef>
                <a:spcPts val="1200"/>
              </a:spcBef>
              <a:spcAft>
                <a:spcPts val="0"/>
              </a:spcAft>
              <a:buNone/>
            </a:pPr>
            <a:r>
              <a:rPr b="1" lang="en-US" sz="2200">
                <a:solidFill>
                  <a:schemeClr val="dk1"/>
                </a:solidFill>
              </a:rPr>
              <a:t>Fix the System:</a:t>
            </a:r>
            <a:r>
              <a:rPr lang="en-US" sz="2200">
                <a:solidFill>
                  <a:schemeClr val="dk1"/>
                </a:solidFill>
              </a:rPr>
              <a:t> Support strong privacy laws (like GDPR) and fair rules to stop big tech monopolies.</a:t>
            </a:r>
            <a:endParaRPr sz="2200">
              <a:solidFill>
                <a:schemeClr val="dk1"/>
              </a:solidFill>
            </a:endParaRPr>
          </a:p>
          <a:p>
            <a:pPr indent="0" lvl="0" marL="0" rtl="0" algn="l">
              <a:lnSpc>
                <a:spcPct val="100000"/>
              </a:lnSpc>
              <a:spcBef>
                <a:spcPts val="1200"/>
              </a:spcBef>
              <a:spcAft>
                <a:spcPts val="1200"/>
              </a:spcAft>
              <a:buNone/>
            </a:pPr>
            <a:r>
              <a:rPr b="1" lang="en-US" sz="2200">
                <a:solidFill>
                  <a:schemeClr val="dk1"/>
                </a:solidFill>
              </a:rPr>
              <a:t>Repair Society:</a:t>
            </a:r>
            <a:r>
              <a:rPr lang="en-US" sz="2200">
                <a:solidFill>
                  <a:schemeClr val="dk1"/>
                </a:solidFill>
              </a:rPr>
              <a:t> Use ethical apps (Signal, Firefox) and demand transparent algorithms.</a:t>
            </a:r>
            <a:endParaRPr b="1" sz="2200">
              <a:solidFill>
                <a:schemeClr val="dk1"/>
              </a:solidFill>
              <a:latin typeface="Lucida Sans"/>
              <a:ea typeface="Lucida Sans"/>
              <a:cs typeface="Lucida Sans"/>
              <a:sym typeface="Lucid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p:nvPr/>
        </p:nvSpPr>
        <p:spPr>
          <a:xfrm>
            <a:off x="609600" y="812800"/>
            <a:ext cx="7391400" cy="51207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000">
                <a:solidFill>
                  <a:schemeClr val="dk1"/>
                </a:solidFill>
                <a:latin typeface="Lucida Sans"/>
                <a:ea typeface="Lucida Sans"/>
                <a:cs typeface="Lucida Sans"/>
                <a:sym typeface="Lucida Sans"/>
              </a:rPr>
              <a:t>Data Collection</a:t>
            </a:r>
            <a:endParaRPr/>
          </a:p>
          <a:p>
            <a:pPr indent="0" lvl="0" marL="0" marR="0" rtl="0" algn="ctr">
              <a:spcBef>
                <a:spcPts val="0"/>
              </a:spcBef>
              <a:spcAft>
                <a:spcPts val="0"/>
              </a:spcAft>
              <a:buNone/>
            </a:pPr>
            <a:r>
              <a:t/>
            </a:r>
            <a:endParaRPr sz="4000">
              <a:solidFill>
                <a:schemeClr val="lt1"/>
              </a:solidFill>
              <a:latin typeface="Lucida Sans"/>
              <a:ea typeface="Lucida Sans"/>
              <a:cs typeface="Lucida Sans"/>
              <a:sym typeface="Lucida Sans"/>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 Every time we use the internet-like watching YouTube or using Facebook-companies collect our data.</a:t>
            </a:r>
            <a:endParaRPr/>
          </a:p>
        </p:txBody>
      </p:sp>
      <p:sp>
        <p:nvSpPr>
          <p:cNvPr id="152" name="Google Shape;152;p6"/>
          <p:cNvSpPr/>
          <p:nvPr/>
        </p:nvSpPr>
        <p:spPr>
          <a:xfrm>
            <a:off x="8686800" y="1544320"/>
            <a:ext cx="457200" cy="39828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b="1" sz="1800">
              <a:solidFill>
                <a:schemeClr val="dk1"/>
              </a:solidFill>
              <a:latin typeface="Lucida Sans"/>
              <a:ea typeface="Lucida Sans"/>
              <a:cs typeface="Lucida Sans"/>
              <a:sym typeface="Lucid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p:nvPr/>
        </p:nvSpPr>
        <p:spPr>
          <a:xfrm>
            <a:off x="838200" y="894080"/>
            <a:ext cx="7239000" cy="49581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lt1"/>
                </a:solidFill>
                <a:latin typeface="Lucida Sans"/>
                <a:ea typeface="Lucida Sans"/>
                <a:cs typeface="Lucida Sans"/>
                <a:sym typeface="Lucida Sans"/>
              </a:rPr>
              <a:t> </a:t>
            </a:r>
            <a:r>
              <a:rPr lang="en-US" sz="3600">
                <a:solidFill>
                  <a:schemeClr val="dk1"/>
                </a:solidFill>
                <a:latin typeface="Lucida Sans"/>
                <a:ea typeface="Lucida Sans"/>
                <a:cs typeface="Lucida Sans"/>
                <a:sym typeface="Lucida Sans"/>
              </a:rPr>
              <a:t>Behavioral Surplus</a:t>
            </a:r>
            <a:endParaRPr/>
          </a:p>
          <a:p>
            <a:pPr indent="0" lvl="0" marL="0" marR="0" rtl="0" algn="ctr">
              <a:spcBef>
                <a:spcPts val="0"/>
              </a:spcBef>
              <a:spcAft>
                <a:spcPts val="0"/>
              </a:spcAft>
              <a:buNone/>
            </a:pPr>
            <a:r>
              <a:t/>
            </a:r>
            <a:endParaRPr sz="1800">
              <a:solidFill>
                <a:schemeClr val="dk1"/>
              </a:solidFill>
              <a:latin typeface="Lucida Sans"/>
              <a:ea typeface="Lucida Sans"/>
              <a:cs typeface="Lucida Sans"/>
              <a:sym typeface="Lucida Sans"/>
            </a:endParaRPr>
          </a:p>
          <a:p>
            <a:pPr indent="0" lvl="0" marL="0" marR="0" rtl="0" algn="ctr">
              <a:spcBef>
                <a:spcPts val="0"/>
              </a:spcBef>
              <a:spcAft>
                <a:spcPts val="0"/>
              </a:spcAft>
              <a:buNone/>
            </a:pPr>
            <a:r>
              <a:t/>
            </a:r>
            <a:endParaRPr sz="24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 Companies often collect more data than they need.</a:t>
            </a:r>
            <a:endParaRPr/>
          </a:p>
        </p:txBody>
      </p:sp>
      <p:sp>
        <p:nvSpPr>
          <p:cNvPr id="158" name="Google Shape;158;p7"/>
          <p:cNvSpPr/>
          <p:nvPr/>
        </p:nvSpPr>
        <p:spPr>
          <a:xfrm>
            <a:off x="8686800" y="1544320"/>
            <a:ext cx="457200" cy="39828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b="1" sz="1800">
              <a:solidFill>
                <a:schemeClr val="dk1"/>
              </a:solidFill>
              <a:latin typeface="Lucida Sans"/>
              <a:ea typeface="Lucida Sans"/>
              <a:cs typeface="Lucida Sans"/>
              <a:sym typeface="Lucid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p:nvPr/>
        </p:nvSpPr>
        <p:spPr>
          <a:xfrm>
            <a:off x="685800" y="975360"/>
            <a:ext cx="7162800" cy="49581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dk1"/>
                </a:solidFill>
                <a:latin typeface="Lucida Sans"/>
                <a:ea typeface="Lucida Sans"/>
                <a:cs typeface="Lucida Sans"/>
                <a:sym typeface="Lucida Sans"/>
              </a:rPr>
              <a:t>Machine Learning </a:t>
            </a:r>
            <a:endParaRPr sz="3600">
              <a:solidFill>
                <a:schemeClr val="dk1"/>
              </a:solidFill>
              <a:latin typeface="Lucida Sans"/>
              <a:ea typeface="Lucida Sans"/>
              <a:cs typeface="Lucida Sans"/>
              <a:sym typeface="Lucida Sans"/>
            </a:endParaRPr>
          </a:p>
          <a:p>
            <a:pPr indent="0" lvl="0" marL="0" marR="0" rtl="0" algn="ctr">
              <a:spcBef>
                <a:spcPts val="0"/>
              </a:spcBef>
              <a:spcAft>
                <a:spcPts val="0"/>
              </a:spcAft>
              <a:buNone/>
            </a:pPr>
            <a:r>
              <a:t/>
            </a:r>
            <a:endParaRPr sz="3600">
              <a:solidFill>
                <a:schemeClr val="dk1"/>
              </a:solidFill>
              <a:latin typeface="Lucida Sans"/>
              <a:ea typeface="Lucida Sans"/>
              <a:cs typeface="Lucida Sans"/>
              <a:sym typeface="Lucida Sans"/>
            </a:endParaRPr>
          </a:p>
          <a:p>
            <a:pPr indent="0" lvl="0" marL="0" marR="0" rtl="0" algn="ctr">
              <a:spcBef>
                <a:spcPts val="0"/>
              </a:spcBef>
              <a:spcAft>
                <a:spcPts val="0"/>
              </a:spcAft>
              <a:buNone/>
            </a:pPr>
            <a:r>
              <a:t/>
            </a:r>
            <a:endParaRPr sz="18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Machine learning means teaching computers to learn from data</a:t>
            </a:r>
            <a:endParaRPr/>
          </a:p>
        </p:txBody>
      </p:sp>
      <p:sp>
        <p:nvSpPr>
          <p:cNvPr id="164" name="Google Shape;164;p8"/>
          <p:cNvSpPr/>
          <p:nvPr/>
        </p:nvSpPr>
        <p:spPr>
          <a:xfrm>
            <a:off x="8610600" y="1463040"/>
            <a:ext cx="533400" cy="37389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b="1" sz="1800">
              <a:solidFill>
                <a:schemeClr val="dk1"/>
              </a:solidFill>
              <a:latin typeface="Lucida Sans"/>
              <a:ea typeface="Lucida Sans"/>
              <a:cs typeface="Lucida Sans"/>
              <a:sym typeface="Lucid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p:nvPr/>
        </p:nvSpPr>
        <p:spPr>
          <a:xfrm>
            <a:off x="838200" y="812800"/>
            <a:ext cx="7391400" cy="51207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dk1"/>
                </a:solidFill>
                <a:latin typeface="Lucida Sans"/>
                <a:ea typeface="Lucida Sans"/>
                <a:cs typeface="Lucida Sans"/>
                <a:sym typeface="Lucida Sans"/>
              </a:rPr>
              <a:t>Targeted Advertising</a:t>
            </a:r>
            <a:endParaRPr/>
          </a:p>
          <a:p>
            <a:pPr indent="0" lvl="0" marL="0" marR="0" rtl="0" algn="ctr">
              <a:spcBef>
                <a:spcPts val="0"/>
              </a:spcBef>
              <a:spcAft>
                <a:spcPts val="0"/>
              </a:spcAft>
              <a:buNone/>
            </a:pPr>
            <a:r>
              <a:t/>
            </a:r>
            <a:endParaRPr sz="36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1800">
                <a:solidFill>
                  <a:schemeClr val="dk1"/>
                </a:solidFill>
                <a:latin typeface="Lucida Sans"/>
                <a:ea typeface="Lucida Sans"/>
                <a:cs typeface="Lucida Sans"/>
                <a:sym typeface="Lucida Sans"/>
              </a:rPr>
              <a:t> </a:t>
            </a:r>
            <a:r>
              <a:rPr lang="en-US" sz="2400">
                <a:solidFill>
                  <a:schemeClr val="dk1"/>
                </a:solidFill>
                <a:latin typeface="Lucida Sans"/>
                <a:ea typeface="Lucida Sans"/>
                <a:cs typeface="Lucida Sans"/>
                <a:sym typeface="Lucida Sans"/>
              </a:rPr>
              <a:t>Finally, all this data is used for targeted advertising.</a:t>
            </a:r>
            <a:endParaRPr/>
          </a:p>
        </p:txBody>
      </p:sp>
      <p:sp>
        <p:nvSpPr>
          <p:cNvPr id="170" name="Google Shape;170;p9"/>
          <p:cNvSpPr/>
          <p:nvPr/>
        </p:nvSpPr>
        <p:spPr>
          <a:xfrm>
            <a:off x="8686800" y="1300480"/>
            <a:ext cx="457200" cy="39015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b="1" sz="1800">
              <a:solidFill>
                <a:schemeClr val="dk1"/>
              </a:solidFill>
              <a:latin typeface="Lucida Sans"/>
              <a:ea typeface="Lucida Sans"/>
              <a:cs typeface="Lucida Sans"/>
              <a:sym typeface="Lucida Sans"/>
            </a:endParaRPr>
          </a:p>
        </p:txBody>
      </p:sp>
      <p:sp>
        <p:nvSpPr>
          <p:cNvPr id="171" name="Google Shape;171;p9"/>
          <p:cNvSpPr/>
          <p:nvPr/>
        </p:nvSpPr>
        <p:spPr>
          <a:xfrm>
            <a:off x="8382000" y="6827520"/>
            <a:ext cx="762000" cy="487800"/>
          </a:xfrm>
          <a:prstGeom prst="rect">
            <a:avLst/>
          </a:prstGeom>
          <a:solidFill>
            <a:schemeClr val="accent2"/>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ucida Sans"/>
                <a:ea typeface="Lucida Sans"/>
                <a:cs typeface="Lucida Sans"/>
                <a:sym typeface="Lucida Sans"/>
              </a:rPr>
              <a:t>P2</a:t>
            </a:r>
            <a:endParaRPr sz="1800">
              <a:solidFill>
                <a:schemeClr val="dk1"/>
              </a:solidFill>
              <a:latin typeface="Lucida Sans"/>
              <a:ea typeface="Lucida Sans"/>
              <a:cs typeface="Lucida Sans"/>
              <a:sym typeface="Lucid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p:nvPr/>
        </p:nvSpPr>
        <p:spPr>
          <a:xfrm>
            <a:off x="914400" y="894080"/>
            <a:ext cx="7086600" cy="51207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dk1"/>
                </a:solidFill>
                <a:latin typeface="Lucida Sans"/>
                <a:ea typeface="Lucida Sans"/>
                <a:cs typeface="Lucida Sans"/>
                <a:sym typeface="Lucida Sans"/>
              </a:rPr>
              <a:t>Examples and Real Word cases-</a:t>
            </a:r>
            <a:endParaRPr/>
          </a:p>
          <a:p>
            <a:pPr indent="0" lvl="0" marL="0" marR="0" rtl="0" algn="ctr">
              <a:spcBef>
                <a:spcPts val="0"/>
              </a:spcBef>
              <a:spcAft>
                <a:spcPts val="0"/>
              </a:spcAft>
              <a:buNone/>
            </a:pPr>
            <a:r>
              <a:t/>
            </a:r>
            <a:endParaRPr sz="36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1800">
                <a:solidFill>
                  <a:schemeClr val="lt1"/>
                </a:solidFill>
                <a:latin typeface="Lucida Sans"/>
                <a:ea typeface="Lucida Sans"/>
                <a:cs typeface="Lucida Sans"/>
                <a:sym typeface="Lucida Sans"/>
              </a:rPr>
              <a:t> </a:t>
            </a:r>
            <a:r>
              <a:rPr lang="en-US" sz="2400">
                <a:solidFill>
                  <a:schemeClr val="dk1"/>
                </a:solidFill>
                <a:latin typeface="Lucida Sans"/>
                <a:ea typeface="Lucida Sans"/>
                <a:cs typeface="Lucida Sans"/>
                <a:sym typeface="Lucida Sans"/>
              </a:rPr>
              <a:t>Facebook and Instagram</a:t>
            </a:r>
            <a:endParaRPr sz="24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 Google</a:t>
            </a:r>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 Local Examples</a:t>
            </a:r>
            <a:endParaRPr sz="1800">
              <a:solidFill>
                <a:schemeClr val="lt1"/>
              </a:solidFill>
              <a:latin typeface="Lucida Sans"/>
              <a:ea typeface="Lucida Sans"/>
              <a:cs typeface="Lucida Sans"/>
              <a:sym typeface="Lucida Sans"/>
            </a:endParaRPr>
          </a:p>
        </p:txBody>
      </p:sp>
      <p:sp>
        <p:nvSpPr>
          <p:cNvPr id="177" name="Google Shape;177;p10"/>
          <p:cNvSpPr/>
          <p:nvPr/>
        </p:nvSpPr>
        <p:spPr>
          <a:xfrm>
            <a:off x="8610600" y="1625600"/>
            <a:ext cx="533400" cy="37389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b="1" sz="1800">
              <a:solidFill>
                <a:schemeClr val="dk1"/>
              </a:solidFill>
              <a:latin typeface="Lucida Sans"/>
              <a:ea typeface="Lucida Sans"/>
              <a:cs typeface="Lucida Sans"/>
              <a:sym typeface="Lucid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p:nvPr/>
        </p:nvSpPr>
        <p:spPr>
          <a:xfrm>
            <a:off x="685800" y="162560"/>
            <a:ext cx="7543800" cy="1544400"/>
          </a:xfrm>
          <a:prstGeom prst="ellipse">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Lucida Sans"/>
                <a:ea typeface="Lucida Sans"/>
                <a:cs typeface="Lucida Sans"/>
                <a:sym typeface="Lucida Sans"/>
              </a:rPr>
              <a:t> </a:t>
            </a:r>
            <a:r>
              <a:rPr b="1" lang="en-US" sz="2400">
                <a:solidFill>
                  <a:schemeClr val="dk1"/>
                </a:solidFill>
                <a:latin typeface="Lucida Sans"/>
                <a:ea typeface="Lucida Sans"/>
                <a:cs typeface="Lucida Sans"/>
                <a:sym typeface="Lucida Sans"/>
              </a:rPr>
              <a:t>Benefits of Surveillance Capitalism</a:t>
            </a:r>
            <a:endParaRPr b="1" sz="2400">
              <a:solidFill>
                <a:schemeClr val="dk1"/>
              </a:solidFill>
              <a:latin typeface="Lucida Sans"/>
              <a:ea typeface="Lucida Sans"/>
              <a:cs typeface="Lucida Sans"/>
              <a:sym typeface="Lucida Sans"/>
            </a:endParaRPr>
          </a:p>
        </p:txBody>
      </p:sp>
      <p:sp>
        <p:nvSpPr>
          <p:cNvPr id="184" name="Google Shape;184;p11"/>
          <p:cNvSpPr/>
          <p:nvPr/>
        </p:nvSpPr>
        <p:spPr>
          <a:xfrm>
            <a:off x="2209800" y="1869440"/>
            <a:ext cx="4800600" cy="52833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200000"/>
              </a:lnSpc>
              <a:spcBef>
                <a:spcPts val="0"/>
              </a:spcBef>
              <a:spcAft>
                <a:spcPts val="0"/>
              </a:spcAft>
              <a:buClr>
                <a:schemeClr val="dk1"/>
              </a:buClr>
              <a:buSzPts val="2000"/>
              <a:buFont typeface="Noto Sans Symbols"/>
              <a:buChar char="❖"/>
            </a:pPr>
            <a:r>
              <a:rPr b="1" i="1" lang="en-US" sz="2000">
                <a:solidFill>
                  <a:schemeClr val="dk1"/>
                </a:solidFill>
                <a:latin typeface="Lucida Sans"/>
                <a:ea typeface="Lucida Sans"/>
                <a:cs typeface="Lucida Sans"/>
                <a:sym typeface="Lucida Sans"/>
              </a:rPr>
              <a:t>Personalized Services</a:t>
            </a:r>
            <a:endParaRPr/>
          </a:p>
          <a:p>
            <a:pPr indent="-285750" lvl="0" marL="285750" marR="0" rtl="0" algn="l">
              <a:lnSpc>
                <a:spcPct val="200000"/>
              </a:lnSpc>
              <a:spcBef>
                <a:spcPts val="0"/>
              </a:spcBef>
              <a:spcAft>
                <a:spcPts val="0"/>
              </a:spcAft>
              <a:buClr>
                <a:schemeClr val="dk1"/>
              </a:buClr>
              <a:buSzPts val="2000"/>
              <a:buFont typeface="Noto Sans Symbols"/>
              <a:buChar char="❖"/>
            </a:pPr>
            <a:r>
              <a:rPr b="1" i="1" lang="en-US" sz="2000">
                <a:solidFill>
                  <a:schemeClr val="dk1"/>
                </a:solidFill>
                <a:latin typeface="Lucida Sans"/>
                <a:ea typeface="Lucida Sans"/>
                <a:cs typeface="Lucida Sans"/>
                <a:sym typeface="Lucida Sans"/>
              </a:rPr>
              <a:t>Business Efficiency and Growth</a:t>
            </a:r>
            <a:endParaRPr/>
          </a:p>
          <a:p>
            <a:pPr indent="-285750" lvl="0" marL="285750" marR="0" rtl="0" algn="l">
              <a:lnSpc>
                <a:spcPct val="200000"/>
              </a:lnSpc>
              <a:spcBef>
                <a:spcPts val="0"/>
              </a:spcBef>
              <a:spcAft>
                <a:spcPts val="0"/>
              </a:spcAft>
              <a:buClr>
                <a:schemeClr val="dk1"/>
              </a:buClr>
              <a:buSzPts val="2000"/>
              <a:buFont typeface="Noto Sans Symbols"/>
              <a:buChar char="❖"/>
            </a:pPr>
            <a:r>
              <a:rPr b="1" i="1" lang="en-US" sz="2000">
                <a:solidFill>
                  <a:schemeClr val="dk1"/>
                </a:solidFill>
                <a:latin typeface="Lucida Sans"/>
                <a:ea typeface="Lucida Sans"/>
                <a:cs typeface="Lucida Sans"/>
                <a:sym typeface="Lucida Sans"/>
              </a:rPr>
              <a:t>Economic Value Creation</a:t>
            </a:r>
            <a:endParaRPr/>
          </a:p>
          <a:p>
            <a:pPr indent="-285750" lvl="0" marL="285750" marR="0" rtl="0" algn="l">
              <a:lnSpc>
                <a:spcPct val="200000"/>
              </a:lnSpc>
              <a:spcBef>
                <a:spcPts val="0"/>
              </a:spcBef>
              <a:spcAft>
                <a:spcPts val="0"/>
              </a:spcAft>
              <a:buClr>
                <a:schemeClr val="dk1"/>
              </a:buClr>
              <a:buSzPts val="2000"/>
              <a:buFont typeface="Noto Sans Symbols"/>
              <a:buChar char="❖"/>
            </a:pPr>
            <a:r>
              <a:rPr b="1" i="1" lang="en-US" sz="2000">
                <a:solidFill>
                  <a:schemeClr val="dk1"/>
                </a:solidFill>
                <a:latin typeface="Lucida Sans"/>
                <a:ea typeface="Lucida Sans"/>
                <a:cs typeface="Lucida Sans"/>
                <a:sym typeface="Lucida Sans"/>
              </a:rPr>
              <a:t>Predictive Capabilities</a:t>
            </a:r>
            <a:endParaRPr/>
          </a:p>
          <a:p>
            <a:pPr indent="-285750" lvl="0" marL="285750" marR="0" rtl="0" algn="l">
              <a:lnSpc>
                <a:spcPct val="200000"/>
              </a:lnSpc>
              <a:spcBef>
                <a:spcPts val="0"/>
              </a:spcBef>
              <a:spcAft>
                <a:spcPts val="0"/>
              </a:spcAft>
              <a:buClr>
                <a:schemeClr val="dk1"/>
              </a:buClr>
              <a:buSzPts val="2000"/>
              <a:buFont typeface="Noto Sans Symbols"/>
              <a:buChar char="❖"/>
            </a:pPr>
            <a:r>
              <a:rPr b="1" i="1" lang="en-US" sz="2000">
                <a:solidFill>
                  <a:schemeClr val="dk1"/>
                </a:solidFill>
                <a:latin typeface="Lucida Sans"/>
                <a:ea typeface="Lucida Sans"/>
                <a:cs typeface="Lucida Sans"/>
                <a:sym typeface="Lucida Sans"/>
              </a:rPr>
              <a:t>Public Safety and Smart Governance</a:t>
            </a:r>
            <a:endParaRPr/>
          </a:p>
          <a:p>
            <a:pPr indent="-285750" lvl="0" marL="285750" marR="0" rtl="0" algn="l">
              <a:lnSpc>
                <a:spcPct val="200000"/>
              </a:lnSpc>
              <a:spcBef>
                <a:spcPts val="0"/>
              </a:spcBef>
              <a:spcAft>
                <a:spcPts val="0"/>
              </a:spcAft>
              <a:buClr>
                <a:schemeClr val="dk1"/>
              </a:buClr>
              <a:buSzPts val="2000"/>
              <a:buFont typeface="Noto Sans Symbols"/>
              <a:buChar char="❖"/>
            </a:pPr>
            <a:r>
              <a:rPr b="1" i="1" lang="en-US" sz="2000">
                <a:solidFill>
                  <a:schemeClr val="dk1"/>
                </a:solidFill>
                <a:latin typeface="Lucida Sans"/>
                <a:ea typeface="Lucida Sans"/>
                <a:cs typeface="Lucida Sans"/>
                <a:sym typeface="Lucida Sans"/>
              </a:rPr>
              <a:t>Innovation in AI and Automation</a:t>
            </a:r>
            <a:endParaRPr/>
          </a:p>
          <a:p>
            <a:pPr indent="-285750" lvl="0" marL="285750" marR="0" rtl="0" algn="l">
              <a:lnSpc>
                <a:spcPct val="200000"/>
              </a:lnSpc>
              <a:spcBef>
                <a:spcPts val="0"/>
              </a:spcBef>
              <a:spcAft>
                <a:spcPts val="0"/>
              </a:spcAft>
              <a:buClr>
                <a:schemeClr val="dk1"/>
              </a:buClr>
              <a:buSzPts val="2000"/>
              <a:buFont typeface="Noto Sans Symbols"/>
              <a:buChar char="❖"/>
            </a:pPr>
            <a:r>
              <a:rPr b="1" i="1" lang="en-US" sz="2000">
                <a:solidFill>
                  <a:schemeClr val="dk1"/>
                </a:solidFill>
                <a:latin typeface="Lucida Sans"/>
                <a:ea typeface="Lucida Sans"/>
                <a:cs typeface="Lucida Sans"/>
                <a:sym typeface="Lucida Sans"/>
              </a:rPr>
              <a:t>Access and Inclusion</a:t>
            </a:r>
            <a:endParaRPr b="1" i="1" sz="2000">
              <a:solidFill>
                <a:schemeClr val="dk1"/>
              </a:solidFill>
              <a:latin typeface="Lucida Sans"/>
              <a:ea typeface="Lucida Sans"/>
              <a:cs typeface="Lucida Sans"/>
              <a:sym typeface="Lucida Sans"/>
            </a:endParaRPr>
          </a:p>
        </p:txBody>
      </p:sp>
      <p:sp>
        <p:nvSpPr>
          <p:cNvPr id="185" name="Google Shape;185;p11"/>
          <p:cNvSpPr/>
          <p:nvPr/>
        </p:nvSpPr>
        <p:spPr>
          <a:xfrm>
            <a:off x="8686800" y="1706880"/>
            <a:ext cx="457200" cy="35763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
        <p:nvSpPr>
          <p:cNvPr id="186" name="Google Shape;186;p11"/>
          <p:cNvSpPr/>
          <p:nvPr/>
        </p:nvSpPr>
        <p:spPr>
          <a:xfrm>
            <a:off x="8305800" y="6827520"/>
            <a:ext cx="838200" cy="487800"/>
          </a:xfrm>
          <a:prstGeom prst="rect">
            <a:avLst/>
          </a:prstGeom>
          <a:solidFill>
            <a:schemeClr val="accent2"/>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ucida Sans"/>
                <a:ea typeface="Lucida Sans"/>
                <a:cs typeface="Lucida Sans"/>
                <a:sym typeface="Lucida Sans"/>
              </a:rPr>
              <a:t>P3</a:t>
            </a:r>
            <a:endParaRPr sz="1800">
              <a:solidFill>
                <a:schemeClr val="dk1"/>
              </a:solidFill>
              <a:latin typeface="Lucida Sans"/>
              <a:ea typeface="Lucida Sans"/>
              <a:cs typeface="Lucida Sans"/>
              <a:sym typeface="Lucid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p:nvPr/>
        </p:nvSpPr>
        <p:spPr>
          <a:xfrm>
            <a:off x="1371600" y="1192511"/>
            <a:ext cx="6705600" cy="43890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Lucida Sans"/>
                <a:ea typeface="Lucida Sans"/>
                <a:cs typeface="Lucida Sans"/>
                <a:sym typeface="Lucida Sans"/>
              </a:rPr>
              <a:t>Surveillance capitalism is a system where companies collect ,analyze and sell personal data to predict and influence human behavior for profit. </a:t>
            </a:r>
            <a:endParaRPr sz="2800">
              <a:solidFill>
                <a:schemeClr val="dk1"/>
              </a:solidFill>
              <a:latin typeface="Lucida Sans"/>
              <a:ea typeface="Lucida Sans"/>
              <a:cs typeface="Lucida Sans"/>
              <a:sym typeface="Lucida Sans"/>
            </a:endParaRPr>
          </a:p>
        </p:txBody>
      </p:sp>
      <p:sp>
        <p:nvSpPr>
          <p:cNvPr id="193" name="Google Shape;193;p12"/>
          <p:cNvSpPr/>
          <p:nvPr/>
        </p:nvSpPr>
        <p:spPr>
          <a:xfrm>
            <a:off x="8686800" y="1625600"/>
            <a:ext cx="457200" cy="36576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p:nvPr/>
        </p:nvSpPr>
        <p:spPr>
          <a:xfrm>
            <a:off x="1143000" y="1137920"/>
            <a:ext cx="7010400" cy="44703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dk1"/>
                </a:solidFill>
                <a:latin typeface="Lucida Sans"/>
                <a:ea typeface="Lucida Sans"/>
                <a:cs typeface="Lucida Sans"/>
                <a:sym typeface="Lucida Sans"/>
              </a:rPr>
              <a:t>Privacy Invasion-</a:t>
            </a:r>
            <a:endParaRPr/>
          </a:p>
          <a:p>
            <a:pPr indent="0" lvl="0" marL="0" marR="0" rtl="0" algn="ctr">
              <a:spcBef>
                <a:spcPts val="0"/>
              </a:spcBef>
              <a:spcAft>
                <a:spcPts val="0"/>
              </a:spcAft>
              <a:buNone/>
            </a:pPr>
            <a:r>
              <a:t/>
            </a:r>
            <a:endParaRPr sz="36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Your life is there data. our online actions,  searches ,likes , even GPS movements are constantly tracked. </a:t>
            </a:r>
            <a:endParaRPr sz="2400">
              <a:solidFill>
                <a:schemeClr val="dk1"/>
              </a:solidFill>
              <a:latin typeface="Lucida Sans"/>
              <a:ea typeface="Lucida Sans"/>
              <a:cs typeface="Lucida Sans"/>
              <a:sym typeface="Lucida Sans"/>
            </a:endParaRPr>
          </a:p>
        </p:txBody>
      </p:sp>
      <p:sp>
        <p:nvSpPr>
          <p:cNvPr id="199" name="Google Shape;199;p13"/>
          <p:cNvSpPr/>
          <p:nvPr/>
        </p:nvSpPr>
        <p:spPr>
          <a:xfrm>
            <a:off x="8686800" y="1463040"/>
            <a:ext cx="457200" cy="38202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p:nvPr/>
        </p:nvSpPr>
        <p:spPr>
          <a:xfrm>
            <a:off x="914400" y="1300480"/>
            <a:ext cx="7467600" cy="43890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Lucida Sans"/>
                <a:ea typeface="Lucida Sans"/>
                <a:cs typeface="Lucida Sans"/>
                <a:sym typeface="Lucida Sans"/>
              </a:rPr>
              <a:t>Consent issues-</a:t>
            </a:r>
            <a:endParaRPr/>
          </a:p>
          <a:p>
            <a:pPr indent="0" lvl="0" marL="0" marR="0" rtl="0" algn="ctr">
              <a:spcBef>
                <a:spcPts val="0"/>
              </a:spcBef>
              <a:spcAft>
                <a:spcPts val="0"/>
              </a:spcAft>
              <a:buNone/>
            </a:pPr>
            <a:r>
              <a:t/>
            </a:r>
            <a:endParaRPr sz="28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Most people agree to data polices without reading them</a:t>
            </a:r>
            <a:r>
              <a:rPr lang="en-US" sz="1800">
                <a:solidFill>
                  <a:schemeClr val="dk1"/>
                </a:solidFill>
                <a:latin typeface="Lucida Sans"/>
                <a:ea typeface="Lucida Sans"/>
                <a:cs typeface="Lucida Sans"/>
                <a:sym typeface="Lucida Sans"/>
              </a:rPr>
              <a:t>.</a:t>
            </a:r>
            <a:endParaRPr sz="1800">
              <a:solidFill>
                <a:schemeClr val="dk1"/>
              </a:solidFill>
              <a:latin typeface="Lucida Sans"/>
              <a:ea typeface="Lucida Sans"/>
              <a:cs typeface="Lucida Sans"/>
              <a:sym typeface="Lucida Sans"/>
            </a:endParaRPr>
          </a:p>
        </p:txBody>
      </p:sp>
      <p:sp>
        <p:nvSpPr>
          <p:cNvPr id="205" name="Google Shape;205;p14"/>
          <p:cNvSpPr/>
          <p:nvPr/>
        </p:nvSpPr>
        <p:spPr>
          <a:xfrm>
            <a:off x="8610600" y="1706880"/>
            <a:ext cx="533400" cy="34137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p:nvPr/>
        </p:nvSpPr>
        <p:spPr>
          <a:xfrm>
            <a:off x="990600" y="1300480"/>
            <a:ext cx="7162800" cy="46329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Lucida Sans"/>
                <a:ea typeface="Lucida Sans"/>
                <a:cs typeface="Lucida Sans"/>
                <a:sym typeface="Lucida Sans"/>
              </a:rPr>
              <a:t>Digital Inequality-</a:t>
            </a:r>
            <a:endParaRPr/>
          </a:p>
          <a:p>
            <a:pPr indent="0" lvl="0" marL="0" marR="0" rtl="0" algn="ctr">
              <a:spcBef>
                <a:spcPts val="0"/>
              </a:spcBef>
              <a:spcAft>
                <a:spcPts val="0"/>
              </a:spcAft>
              <a:buNone/>
            </a:pPr>
            <a:r>
              <a:t/>
            </a:r>
            <a:endParaRPr sz="28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2000">
                <a:solidFill>
                  <a:schemeClr val="dk1"/>
                </a:solidFill>
                <a:latin typeface="Lucida Sans"/>
                <a:ea typeface="Lucida Sans"/>
                <a:cs typeface="Lucida Sans"/>
                <a:sym typeface="Lucida Sans"/>
              </a:rPr>
              <a:t>The power gape widens those with access to data gain enormous power , while those being mined for data have non</a:t>
            </a:r>
            <a:r>
              <a:rPr lang="en-US" sz="1800">
                <a:solidFill>
                  <a:schemeClr val="dk1"/>
                </a:solidFill>
                <a:latin typeface="Lucida Sans"/>
                <a:ea typeface="Lucida Sans"/>
                <a:cs typeface="Lucida Sans"/>
                <a:sym typeface="Lucida Sans"/>
              </a:rPr>
              <a:t>.</a:t>
            </a:r>
            <a:endParaRPr sz="1800">
              <a:solidFill>
                <a:schemeClr val="dk1"/>
              </a:solidFill>
              <a:latin typeface="Lucida Sans"/>
              <a:ea typeface="Lucida Sans"/>
              <a:cs typeface="Lucida Sans"/>
              <a:sym typeface="Lucida Sans"/>
            </a:endParaRPr>
          </a:p>
        </p:txBody>
      </p:sp>
      <p:sp>
        <p:nvSpPr>
          <p:cNvPr id="211" name="Google Shape;211;p15"/>
          <p:cNvSpPr/>
          <p:nvPr/>
        </p:nvSpPr>
        <p:spPr>
          <a:xfrm>
            <a:off x="8686800" y="1706880"/>
            <a:ext cx="457200" cy="38202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6"/>
          <p:cNvSpPr/>
          <p:nvPr/>
        </p:nvSpPr>
        <p:spPr>
          <a:xfrm>
            <a:off x="1219200" y="1137920"/>
            <a:ext cx="6781800" cy="47142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dk1"/>
                </a:solidFill>
                <a:latin typeface="Lucida Sans"/>
                <a:ea typeface="Lucida Sans"/>
                <a:cs typeface="Lucida Sans"/>
                <a:sym typeface="Lucida Sans"/>
              </a:rPr>
              <a:t>Legal  gaps-</a:t>
            </a:r>
            <a:endParaRPr/>
          </a:p>
          <a:p>
            <a:pPr indent="0" lvl="0" marL="0" marR="0" rtl="0" algn="ctr">
              <a:spcBef>
                <a:spcPts val="0"/>
              </a:spcBef>
              <a:spcAft>
                <a:spcPts val="0"/>
              </a:spcAft>
              <a:buNone/>
            </a:pPr>
            <a:r>
              <a:t/>
            </a:r>
            <a:endParaRPr sz="3600">
              <a:solidFill>
                <a:schemeClr val="dk1"/>
              </a:solidFill>
              <a:latin typeface="Lucida Sans"/>
              <a:ea typeface="Lucida Sans"/>
              <a:cs typeface="Lucida Sans"/>
              <a:sym typeface="Lucida Sans"/>
            </a:endParaRPr>
          </a:p>
          <a:p>
            <a:pPr indent="0" lvl="0" marL="0" marR="0" rtl="0" algn="ctr">
              <a:spcBef>
                <a:spcPts val="0"/>
              </a:spcBef>
              <a:spcAft>
                <a:spcPts val="0"/>
              </a:spcAft>
              <a:buNone/>
            </a:pPr>
            <a:r>
              <a:t/>
            </a:r>
            <a:endParaRPr sz="2400">
              <a:solidFill>
                <a:schemeClr val="dk1"/>
              </a:solidFill>
              <a:latin typeface="Lucida Sans"/>
              <a:ea typeface="Lucida Sans"/>
              <a:cs typeface="Lucida Sans"/>
              <a:sym typeface="Lucida Sans"/>
            </a:endParaRPr>
          </a:p>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Laws are falling behind current laws are outdated and vary by country.</a:t>
            </a:r>
            <a:endParaRPr sz="2400">
              <a:solidFill>
                <a:schemeClr val="dk1"/>
              </a:solidFill>
              <a:latin typeface="Lucida Sans"/>
              <a:ea typeface="Lucida Sans"/>
              <a:cs typeface="Lucida Sans"/>
              <a:sym typeface="Lucida Sans"/>
            </a:endParaRPr>
          </a:p>
        </p:txBody>
      </p:sp>
      <p:sp>
        <p:nvSpPr>
          <p:cNvPr id="217" name="Google Shape;217;p16"/>
          <p:cNvSpPr/>
          <p:nvPr/>
        </p:nvSpPr>
        <p:spPr>
          <a:xfrm>
            <a:off x="8686800" y="1544320"/>
            <a:ext cx="457200" cy="36576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
        <p:nvSpPr>
          <p:cNvPr id="218" name="Google Shape;218;p16"/>
          <p:cNvSpPr/>
          <p:nvPr/>
        </p:nvSpPr>
        <p:spPr>
          <a:xfrm>
            <a:off x="8229600" y="6908800"/>
            <a:ext cx="914400" cy="406500"/>
          </a:xfrm>
          <a:prstGeom prst="rect">
            <a:avLst/>
          </a:prstGeom>
          <a:solidFill>
            <a:schemeClr val="accent2"/>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ucida Sans"/>
                <a:ea typeface="Lucida Sans"/>
                <a:cs typeface="Lucida Sans"/>
                <a:sym typeface="Lucida Sans"/>
              </a:rPr>
              <a:t>P4</a:t>
            </a:r>
            <a:endParaRPr sz="1800">
              <a:solidFill>
                <a:schemeClr val="dk1"/>
              </a:solidFill>
              <a:latin typeface="Lucida Sans"/>
              <a:ea typeface="Lucida Sans"/>
              <a:cs typeface="Lucida Sans"/>
              <a:sym typeface="Lucid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p:nvPr/>
        </p:nvSpPr>
        <p:spPr>
          <a:xfrm>
            <a:off x="758176" y="314960"/>
            <a:ext cx="7731300" cy="47142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pic>
        <p:nvPicPr>
          <p:cNvPr id="224" name="Google Shape;224;p17"/>
          <p:cNvPicPr preferRelativeResize="0"/>
          <p:nvPr/>
        </p:nvPicPr>
        <p:blipFill rotWithShape="1">
          <a:blip r:embed="rId3">
            <a:alphaModFix/>
          </a:blip>
          <a:srcRect b="0" l="0" r="0" t="0"/>
          <a:stretch/>
        </p:blipFill>
        <p:spPr>
          <a:xfrm>
            <a:off x="758176" y="314960"/>
            <a:ext cx="7731416" cy="4419600"/>
          </a:xfrm>
          <a:prstGeom prst="rect">
            <a:avLst/>
          </a:prstGeom>
          <a:noFill/>
          <a:ln>
            <a:noFill/>
          </a:ln>
        </p:spPr>
      </p:pic>
      <p:sp>
        <p:nvSpPr>
          <p:cNvPr id="225" name="Google Shape;225;p17"/>
          <p:cNvSpPr/>
          <p:nvPr/>
        </p:nvSpPr>
        <p:spPr>
          <a:xfrm>
            <a:off x="381000" y="5364480"/>
            <a:ext cx="8382000" cy="1788300"/>
          </a:xfrm>
          <a:prstGeom prst="rect">
            <a:avLst/>
          </a:prstGeom>
          <a:blipFill rotWithShape="1">
            <a:blip r:embed="rId4">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C0C0C"/>
                </a:solidFill>
                <a:latin typeface="Lucida Sans"/>
                <a:ea typeface="Lucida Sans"/>
                <a:cs typeface="Lucida Sans"/>
                <a:sym typeface="Lucida Sans"/>
              </a:rPr>
              <a:t>This pie chart illustrates the world's surveillance capitalism business</a:t>
            </a:r>
            <a:r>
              <a:rPr lang="en-US" sz="1800">
                <a:solidFill>
                  <a:srgbClr val="0C0C0C"/>
                </a:solidFill>
                <a:latin typeface="Lucida Sans"/>
                <a:ea typeface="Lucida Sans"/>
                <a:cs typeface="Lucida Sans"/>
                <a:sym typeface="Lucida Sans"/>
              </a:rPr>
              <a:t>.</a:t>
            </a:r>
            <a:endParaRPr/>
          </a:p>
          <a:p>
            <a:pPr indent="0" lvl="0" marL="0" marR="0" rtl="0" algn="ctr">
              <a:spcBef>
                <a:spcPts val="0"/>
              </a:spcBef>
              <a:spcAft>
                <a:spcPts val="0"/>
              </a:spcAft>
              <a:buNone/>
            </a:pPr>
            <a:r>
              <a:rPr lang="en-US" sz="2000">
                <a:solidFill>
                  <a:srgbClr val="0C0C0C"/>
                </a:solidFill>
                <a:latin typeface="Lucida Sans"/>
                <a:ea typeface="Lucida Sans"/>
                <a:cs typeface="Lucida Sans"/>
                <a:sym typeface="Lucida Sans"/>
              </a:rPr>
              <a:t>1. Explain The Pie Chart…..</a:t>
            </a:r>
            <a:endParaRPr/>
          </a:p>
          <a:p>
            <a:pPr indent="0" lvl="0" marL="0" marR="0" rtl="0" algn="ctr">
              <a:spcBef>
                <a:spcPts val="0"/>
              </a:spcBef>
              <a:spcAft>
                <a:spcPts val="0"/>
              </a:spcAft>
              <a:buNone/>
            </a:pPr>
            <a:r>
              <a:rPr lang="en-US" sz="2000">
                <a:solidFill>
                  <a:srgbClr val="0C0C0C"/>
                </a:solidFill>
                <a:latin typeface="Lucida Sans"/>
                <a:ea typeface="Lucida Sans"/>
                <a:cs typeface="Lucida Sans"/>
                <a:sym typeface="Lucida Sans"/>
              </a:rPr>
              <a:t>2. Marking the highest Point ?</a:t>
            </a:r>
            <a:endParaRPr/>
          </a:p>
          <a:p>
            <a:pPr indent="0" lvl="0" marL="0" marR="0" rtl="0" algn="ctr">
              <a:spcBef>
                <a:spcPts val="0"/>
              </a:spcBef>
              <a:spcAft>
                <a:spcPts val="0"/>
              </a:spcAft>
              <a:buNone/>
            </a:pPr>
            <a:r>
              <a:rPr lang="en-US" sz="2000">
                <a:solidFill>
                  <a:srgbClr val="0C0C0C"/>
                </a:solidFill>
                <a:latin typeface="Lucida Sans"/>
                <a:ea typeface="Lucida Sans"/>
                <a:cs typeface="Lucida Sans"/>
                <a:sym typeface="Lucida Sans"/>
              </a:rPr>
              <a:t>3. Who Is The Highest Level ?</a:t>
            </a:r>
            <a:endParaRPr sz="2000">
              <a:solidFill>
                <a:srgbClr val="0C0C0C"/>
              </a:solidFill>
              <a:latin typeface="Lucida Sans"/>
              <a:ea typeface="Lucida Sans"/>
              <a:cs typeface="Lucida Sans"/>
              <a:sym typeface="Lucida Sans"/>
            </a:endParaRPr>
          </a:p>
        </p:txBody>
      </p:sp>
      <p:sp>
        <p:nvSpPr>
          <p:cNvPr id="226" name="Google Shape;226;p17"/>
          <p:cNvSpPr/>
          <p:nvPr/>
        </p:nvSpPr>
        <p:spPr>
          <a:xfrm>
            <a:off x="8610600" y="1056640"/>
            <a:ext cx="533400" cy="37389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a:p>
            <a:pPr indent="0" lvl="0" marL="0" marR="0" rtl="0" algn="ctr">
              <a:spcBef>
                <a:spcPts val="0"/>
              </a:spcBef>
              <a:spcAft>
                <a:spcPts val="0"/>
              </a:spcAft>
              <a:buNone/>
            </a:pPr>
            <a:r>
              <a:t/>
            </a:r>
            <a:endParaRPr b="1" sz="1800">
              <a:solidFill>
                <a:schemeClr val="dk1"/>
              </a:solidFill>
              <a:latin typeface="Lucida Sans"/>
              <a:ea typeface="Lucida Sans"/>
              <a:cs typeface="Lucida Sans"/>
              <a:sym typeface="Lucid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8"/>
          <p:cNvSpPr/>
          <p:nvPr/>
        </p:nvSpPr>
        <p:spPr>
          <a:xfrm>
            <a:off x="762000" y="243840"/>
            <a:ext cx="7696200" cy="1381800"/>
          </a:xfrm>
          <a:prstGeom prst="ellipse">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Lucida Sans"/>
                <a:ea typeface="Lucida Sans"/>
                <a:cs typeface="Lucida Sans"/>
                <a:sym typeface="Lucida Sans"/>
              </a:rPr>
              <a:t>Good Side of Surveillance Capitalism</a:t>
            </a:r>
            <a:endParaRPr sz="3200">
              <a:solidFill>
                <a:schemeClr val="lt1"/>
              </a:solidFill>
              <a:latin typeface="Lucida Sans"/>
              <a:ea typeface="Lucida Sans"/>
              <a:cs typeface="Lucida Sans"/>
              <a:sym typeface="Lucida Sans"/>
            </a:endParaRPr>
          </a:p>
        </p:txBody>
      </p:sp>
      <p:sp>
        <p:nvSpPr>
          <p:cNvPr id="232" name="Google Shape;232;p18"/>
          <p:cNvSpPr/>
          <p:nvPr/>
        </p:nvSpPr>
        <p:spPr>
          <a:xfrm>
            <a:off x="985837" y="1788160"/>
            <a:ext cx="7467600" cy="52020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571500" lvl="0" marL="571500" marR="0" rtl="0" algn="ctr">
              <a:spcBef>
                <a:spcPts val="0"/>
              </a:spcBef>
              <a:spcAft>
                <a:spcPts val="0"/>
              </a:spcAft>
              <a:buClr>
                <a:schemeClr val="dk1"/>
              </a:buClr>
              <a:buSzPts val="3200"/>
              <a:buFont typeface="Noto Sans Symbols"/>
              <a:buChar char="✔"/>
            </a:pPr>
            <a:r>
              <a:rPr lang="en-US" sz="3200">
                <a:solidFill>
                  <a:schemeClr val="dk1"/>
                </a:solidFill>
                <a:latin typeface="Lucida Sans"/>
                <a:ea typeface="Lucida Sans"/>
                <a:cs typeface="Lucida Sans"/>
                <a:sym typeface="Lucida Sans"/>
              </a:rPr>
              <a:t>Personalized User Experience</a:t>
            </a:r>
            <a:endParaRPr/>
          </a:p>
          <a:p>
            <a:pPr indent="-571500" lvl="0" marL="571500" marR="0" rtl="0" algn="ctr">
              <a:spcBef>
                <a:spcPts val="0"/>
              </a:spcBef>
              <a:spcAft>
                <a:spcPts val="0"/>
              </a:spcAft>
              <a:buClr>
                <a:schemeClr val="dk1"/>
              </a:buClr>
              <a:buSzPts val="3200"/>
              <a:buFont typeface="Noto Sans Symbols"/>
              <a:buChar char="✔"/>
            </a:pPr>
            <a:r>
              <a:rPr lang="en-US" sz="3200">
                <a:solidFill>
                  <a:schemeClr val="dk1"/>
                </a:solidFill>
                <a:latin typeface="Lucida Sans"/>
                <a:ea typeface="Lucida Sans"/>
                <a:cs typeface="Lucida Sans"/>
                <a:sym typeface="Lucida Sans"/>
              </a:rPr>
              <a:t> Better Products and Services</a:t>
            </a:r>
            <a:endParaRPr/>
          </a:p>
          <a:p>
            <a:pPr indent="-571500" lvl="0" marL="571500" marR="0" rtl="0" algn="ctr">
              <a:spcBef>
                <a:spcPts val="0"/>
              </a:spcBef>
              <a:spcAft>
                <a:spcPts val="0"/>
              </a:spcAft>
              <a:buClr>
                <a:schemeClr val="dk1"/>
              </a:buClr>
              <a:buSzPts val="3200"/>
              <a:buFont typeface="Noto Sans Symbols"/>
              <a:buChar char="✔"/>
            </a:pPr>
            <a:r>
              <a:rPr lang="en-US" sz="3200">
                <a:solidFill>
                  <a:schemeClr val="dk1"/>
                </a:solidFill>
                <a:latin typeface="Lucida Sans"/>
                <a:ea typeface="Lucida Sans"/>
                <a:cs typeface="Lucida Sans"/>
                <a:sym typeface="Lucida Sans"/>
              </a:rPr>
              <a:t>Efficient and Relevant Advertising</a:t>
            </a:r>
            <a:endParaRPr/>
          </a:p>
          <a:p>
            <a:pPr indent="-571500" lvl="0" marL="571500" marR="0" rtl="0" algn="ctr">
              <a:spcBef>
                <a:spcPts val="0"/>
              </a:spcBef>
              <a:spcAft>
                <a:spcPts val="0"/>
              </a:spcAft>
              <a:buClr>
                <a:schemeClr val="dk1"/>
              </a:buClr>
              <a:buSzPts val="3200"/>
              <a:buFont typeface="Noto Sans Symbols"/>
              <a:buChar char="✔"/>
            </a:pPr>
            <a:r>
              <a:rPr lang="en-US" sz="3200">
                <a:solidFill>
                  <a:schemeClr val="dk1"/>
                </a:solidFill>
                <a:latin typeface="Lucida Sans"/>
                <a:ea typeface="Lucida Sans"/>
                <a:cs typeface="Lucida Sans"/>
                <a:sym typeface="Lucida Sans"/>
              </a:rPr>
              <a:t> Economic Growth and Innovation</a:t>
            </a:r>
            <a:endParaRPr/>
          </a:p>
          <a:p>
            <a:pPr indent="-571500" lvl="0" marL="571500" marR="0" rtl="0" algn="ctr">
              <a:spcBef>
                <a:spcPts val="0"/>
              </a:spcBef>
              <a:spcAft>
                <a:spcPts val="0"/>
              </a:spcAft>
              <a:buClr>
                <a:schemeClr val="dk1"/>
              </a:buClr>
              <a:buSzPts val="3200"/>
              <a:buFont typeface="Noto Sans Symbols"/>
              <a:buChar char="✔"/>
            </a:pPr>
            <a:r>
              <a:rPr lang="en-US" sz="3200">
                <a:solidFill>
                  <a:schemeClr val="dk1"/>
                </a:solidFill>
                <a:latin typeface="Lucida Sans"/>
                <a:ea typeface="Lucida Sans"/>
                <a:cs typeface="Lucida Sans"/>
                <a:sym typeface="Lucida Sans"/>
              </a:rPr>
              <a:t>Access to Free Services</a:t>
            </a:r>
            <a:endParaRPr/>
          </a:p>
          <a:p>
            <a:pPr indent="-571500" lvl="0" marL="571500" marR="0" rtl="0" algn="ctr">
              <a:spcBef>
                <a:spcPts val="0"/>
              </a:spcBef>
              <a:spcAft>
                <a:spcPts val="0"/>
              </a:spcAft>
              <a:buClr>
                <a:schemeClr val="dk1"/>
              </a:buClr>
              <a:buSzPts val="3200"/>
              <a:buFont typeface="Noto Sans Symbols"/>
              <a:buChar char="✔"/>
            </a:pPr>
            <a:r>
              <a:rPr lang="en-US" sz="3200">
                <a:solidFill>
                  <a:schemeClr val="dk1"/>
                </a:solidFill>
                <a:latin typeface="Lucida Sans"/>
                <a:ea typeface="Lucida Sans"/>
                <a:cs typeface="Lucida Sans"/>
                <a:sym typeface="Lucida Sans"/>
              </a:rPr>
              <a:t> Improved Public Services</a:t>
            </a:r>
            <a:endParaRPr/>
          </a:p>
          <a:p>
            <a:pPr indent="-571500" lvl="0" marL="571500" marR="0" rtl="0" algn="ctr">
              <a:spcBef>
                <a:spcPts val="0"/>
              </a:spcBef>
              <a:spcAft>
                <a:spcPts val="0"/>
              </a:spcAft>
              <a:buClr>
                <a:schemeClr val="dk1"/>
              </a:buClr>
              <a:buSzPts val="3200"/>
              <a:buFont typeface="Noto Sans Symbols"/>
              <a:buChar char="✔"/>
            </a:pPr>
            <a:r>
              <a:rPr lang="en-US" sz="3200">
                <a:solidFill>
                  <a:schemeClr val="dk1"/>
                </a:solidFill>
                <a:latin typeface="Lucida Sans"/>
                <a:ea typeface="Lucida Sans"/>
                <a:cs typeface="Lucida Sans"/>
                <a:sym typeface="Lucida Sans"/>
              </a:rPr>
              <a:t> Fraud Detection and Security</a:t>
            </a:r>
            <a:endParaRPr sz="3200">
              <a:solidFill>
                <a:schemeClr val="dk1"/>
              </a:solidFill>
              <a:latin typeface="Lucida Sans"/>
              <a:ea typeface="Lucida Sans"/>
              <a:cs typeface="Lucida Sans"/>
              <a:sym typeface="Lucida Sans"/>
            </a:endParaRPr>
          </a:p>
        </p:txBody>
      </p:sp>
      <p:sp>
        <p:nvSpPr>
          <p:cNvPr id="233" name="Google Shape;233;p18"/>
          <p:cNvSpPr/>
          <p:nvPr/>
        </p:nvSpPr>
        <p:spPr>
          <a:xfrm>
            <a:off x="8686800" y="2438400"/>
            <a:ext cx="457200" cy="34950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9"/>
          <p:cNvSpPr/>
          <p:nvPr/>
        </p:nvSpPr>
        <p:spPr>
          <a:xfrm>
            <a:off x="1143000" y="162560"/>
            <a:ext cx="6781800" cy="1463100"/>
          </a:xfrm>
          <a:prstGeom prst="ellipse">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Lucida Sans"/>
                <a:ea typeface="Lucida Sans"/>
                <a:cs typeface="Lucida Sans"/>
                <a:sym typeface="Lucida Sans"/>
              </a:rPr>
              <a:t>Bad Side of Surveillance Capitalism</a:t>
            </a:r>
            <a:endParaRPr sz="3200">
              <a:solidFill>
                <a:schemeClr val="lt1"/>
              </a:solidFill>
              <a:latin typeface="Lucida Sans"/>
              <a:ea typeface="Lucida Sans"/>
              <a:cs typeface="Lucida Sans"/>
              <a:sym typeface="Lucida Sans"/>
            </a:endParaRPr>
          </a:p>
        </p:txBody>
      </p:sp>
      <p:sp>
        <p:nvSpPr>
          <p:cNvPr id="239" name="Google Shape;239;p19"/>
          <p:cNvSpPr/>
          <p:nvPr/>
        </p:nvSpPr>
        <p:spPr>
          <a:xfrm>
            <a:off x="571500" y="1788160"/>
            <a:ext cx="7924800" cy="52020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Loss of Privacy</a:t>
            </a:r>
            <a:endParaRPr/>
          </a:p>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 Manipulation of Behavior</a:t>
            </a:r>
            <a:endParaRPr/>
          </a:p>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 Lack of Transparency and Consent</a:t>
            </a:r>
            <a:endParaRPr/>
          </a:p>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 Data Breaches and Cyber security Risks</a:t>
            </a:r>
            <a:endParaRPr/>
          </a:p>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 Power Imbalance</a:t>
            </a:r>
            <a:endParaRPr/>
          </a:p>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Erosion of Democracy and Free Will</a:t>
            </a:r>
            <a:endParaRPr/>
          </a:p>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Surveillance by Governments</a:t>
            </a:r>
            <a:endParaRPr/>
          </a:p>
          <a:p>
            <a:pPr indent="-285750" lvl="0" marL="285750" marR="0" rtl="0" algn="ctr">
              <a:spcBef>
                <a:spcPts val="0"/>
              </a:spcBef>
              <a:spcAft>
                <a:spcPts val="0"/>
              </a:spcAft>
              <a:buClr>
                <a:schemeClr val="dk1"/>
              </a:buClr>
              <a:buSzPts val="2800"/>
              <a:buFont typeface="Calibri"/>
              <a:buChar char="×"/>
            </a:pPr>
            <a:r>
              <a:rPr lang="en-US" sz="2800">
                <a:solidFill>
                  <a:schemeClr val="dk1"/>
                </a:solidFill>
                <a:latin typeface="Lucida Sans"/>
                <a:ea typeface="Lucida Sans"/>
                <a:cs typeface="Lucida Sans"/>
                <a:sym typeface="Lucida Sans"/>
              </a:rPr>
              <a:t>Digital Inequality</a:t>
            </a:r>
            <a:endParaRPr sz="2800">
              <a:solidFill>
                <a:schemeClr val="dk1"/>
              </a:solidFill>
              <a:latin typeface="Lucida Sans"/>
              <a:ea typeface="Lucida Sans"/>
              <a:cs typeface="Lucida Sans"/>
              <a:sym typeface="Lucida Sans"/>
            </a:endParaRPr>
          </a:p>
        </p:txBody>
      </p:sp>
      <p:sp>
        <p:nvSpPr>
          <p:cNvPr id="240" name="Google Shape;240;p19"/>
          <p:cNvSpPr/>
          <p:nvPr/>
        </p:nvSpPr>
        <p:spPr>
          <a:xfrm>
            <a:off x="8686800" y="2519680"/>
            <a:ext cx="457200" cy="34950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0"/>
          <p:cNvSpPr/>
          <p:nvPr/>
        </p:nvSpPr>
        <p:spPr>
          <a:xfrm>
            <a:off x="390524" y="2519680"/>
            <a:ext cx="8001000" cy="37389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Lucida Sans"/>
                <a:ea typeface="Lucida Sans"/>
                <a:cs typeface="Lucida Sans"/>
                <a:sym typeface="Lucida Sans"/>
              </a:rPr>
              <a:t>The appropriateness of surveillance capitalism in Bangladesh is a complex and evolving issue. While it brings some potential benefits (like digital innovation and targeted services), it is largely considered problematic due to weak data protection laws, lack of transparency, and risks to civil liberties</a:t>
            </a:r>
            <a:endParaRPr/>
          </a:p>
        </p:txBody>
      </p:sp>
      <p:sp>
        <p:nvSpPr>
          <p:cNvPr id="246" name="Google Shape;246;p20"/>
          <p:cNvSpPr/>
          <p:nvPr/>
        </p:nvSpPr>
        <p:spPr>
          <a:xfrm>
            <a:off x="1066800" y="325120"/>
            <a:ext cx="7043700" cy="1950600"/>
          </a:xfrm>
          <a:prstGeom prst="ellipse">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600">
                <a:solidFill>
                  <a:schemeClr val="dk1"/>
                </a:solidFill>
                <a:latin typeface="Arial"/>
                <a:ea typeface="Arial"/>
                <a:cs typeface="Arial"/>
                <a:sym typeface="Arial"/>
              </a:rPr>
              <a:t>How appropriate is it for Bangladesh?</a:t>
            </a:r>
            <a:endParaRPr sz="36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247" name="Google Shape;247;p20"/>
          <p:cNvSpPr/>
          <p:nvPr/>
        </p:nvSpPr>
        <p:spPr>
          <a:xfrm>
            <a:off x="8686800" y="2113280"/>
            <a:ext cx="457200" cy="3738900"/>
          </a:xfrm>
          <a:prstGeom prst="rect">
            <a:avLst/>
          </a:prstGeom>
          <a:solidFill>
            <a:schemeClr val="accent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Lucida Sans"/>
                <a:ea typeface="Lucida Sans"/>
                <a:cs typeface="Lucida Sans"/>
                <a:sym typeface="Lucida Sans"/>
              </a:rPr>
              <a:t>Surveillance Capitalism</a:t>
            </a:r>
            <a:endParaRPr/>
          </a:p>
        </p:txBody>
      </p:sp>
      <p:sp>
        <p:nvSpPr>
          <p:cNvPr id="248" name="Google Shape;248;p20"/>
          <p:cNvSpPr/>
          <p:nvPr/>
        </p:nvSpPr>
        <p:spPr>
          <a:xfrm>
            <a:off x="8391524" y="6908800"/>
            <a:ext cx="752400" cy="406500"/>
          </a:xfrm>
          <a:prstGeom prst="rect">
            <a:avLst/>
          </a:prstGeom>
          <a:solidFill>
            <a:schemeClr val="accent2"/>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Lucida Sans"/>
                <a:ea typeface="Lucida Sans"/>
                <a:cs typeface="Lucida Sans"/>
                <a:sym typeface="Lucida Sans"/>
              </a:rPr>
              <a:t>P5</a:t>
            </a:r>
            <a:endParaRPr sz="1800">
              <a:solidFill>
                <a:schemeClr val="lt1"/>
              </a:solidFill>
              <a:latin typeface="Lucida Sans"/>
              <a:ea typeface="Lucida Sans"/>
              <a:cs typeface="Lucida Sans"/>
              <a:sym typeface="Lucid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1"/>
          <p:cNvSpPr/>
          <p:nvPr/>
        </p:nvSpPr>
        <p:spPr>
          <a:xfrm>
            <a:off x="1828800" y="1544320"/>
            <a:ext cx="5562600" cy="3820200"/>
          </a:xfrm>
          <a:prstGeom prst="rect">
            <a:avLst/>
          </a:prstGeom>
          <a:blipFill rotWithShape="1">
            <a:blip r:embed="rId3">
              <a:alphaModFix/>
            </a:blip>
            <a:tile algn="tl" flip="none" tx="0" sx="100000" ty="0" sy="100000"/>
          </a:blip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Lucida Sans"/>
                <a:ea typeface="Lucida Sans"/>
                <a:cs typeface="Lucida Sans"/>
                <a:sym typeface="Lucida Sans"/>
              </a:rPr>
              <a:t>Thank you for staying with us.</a:t>
            </a:r>
            <a:endParaRPr sz="2400">
              <a:solidFill>
                <a:schemeClr val="dk1"/>
              </a:solidFill>
              <a:latin typeface="Lucida Sans"/>
              <a:ea typeface="Lucida Sans"/>
              <a:cs typeface="Lucida Sans"/>
              <a:sym typeface="Lucida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oncours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2025-06-03T18:31:32Z</dcterms:created>
  <dc:creator>ismail - [2010]</dc:creator>
</cp:coreProperties>
</file>