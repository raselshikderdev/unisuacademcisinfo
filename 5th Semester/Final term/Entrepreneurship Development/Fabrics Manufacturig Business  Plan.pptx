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5"/>
  </p:notesMasterIdLst>
  <p:sldIdLst>
    <p:sldId id="256" r:id="rId2"/>
    <p:sldId id="258" r:id="rId3"/>
    <p:sldId id="257" r:id="rId4"/>
    <p:sldId id="261" r:id="rId5"/>
    <p:sldId id="259" r:id="rId6"/>
    <p:sldId id="268" r:id="rId7"/>
    <p:sldId id="262" r:id="rId8"/>
    <p:sldId id="263" r:id="rId9"/>
    <p:sldId id="264" r:id="rId10"/>
    <p:sldId id="265" r:id="rId11"/>
    <p:sldId id="269" r:id="rId12"/>
    <p:sldId id="270" r:id="rId13"/>
    <p:sldId id="27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DD5310-8F72-4E6A-A4E1-EE2732FDDF1F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3BACA8-111B-42F7-8FA1-EFE37F2C0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19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3BACA8-111B-42F7-8FA1-EFE37F2C069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54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Welcome To Our Presentation</a:t>
            </a:r>
          </a:p>
        </p:txBody>
      </p:sp>
      <p:sp>
        <p:nvSpPr>
          <p:cNvPr id="4" name="Title 1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43835" cy="1260629"/>
          </a:xfrm>
        </p:spPr>
        <p:txBody>
          <a:bodyPr>
            <a:normAutofit fontScale="97500"/>
          </a:bodyPr>
          <a:lstStyle/>
          <a:p>
            <a:r>
              <a:rPr lang="en-US" dirty="0">
                <a:solidFill>
                  <a:schemeClr val="tx1"/>
                </a:solidFill>
              </a:rPr>
              <a:t>Royal Fabrics Ltd.</a:t>
            </a:r>
          </a:p>
        </p:txBody>
      </p:sp>
    </p:spTree>
    <p:extLst>
      <p:ext uri="{BB962C8B-B14F-4D97-AF65-F5344CB8AC3E}">
        <p14:creationId xmlns:p14="http://schemas.microsoft.com/office/powerpoint/2010/main" val="3717742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990600"/>
            <a:ext cx="6637468" cy="1362075"/>
          </a:xfrm>
        </p:spPr>
        <p:txBody>
          <a:bodyPr/>
          <a:lstStyle/>
          <a:p>
            <a:r>
              <a:rPr lang="en-US" dirty="0"/>
              <a:t>“</a:t>
            </a:r>
            <a:r>
              <a:rPr lang="en-US" b="1" dirty="0"/>
              <a:t>Business Plan of textile Fabrics manufacturing</a:t>
            </a:r>
            <a:r>
              <a:rPr lang="en-US" dirty="0"/>
              <a:t>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3514130"/>
            <a:ext cx="6705600" cy="25146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Md. </a:t>
            </a:r>
            <a:r>
              <a:rPr lang="en-US" b="1" dirty="0" err="1">
                <a:solidFill>
                  <a:schemeClr val="tx2"/>
                </a:solidFill>
              </a:rPr>
              <a:t>Mahfujur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Rahman</a:t>
            </a:r>
            <a:r>
              <a:rPr lang="en-US" b="1" dirty="0">
                <a:solidFill>
                  <a:schemeClr val="tx2"/>
                </a:solidFill>
              </a:rPr>
              <a:t>                         BBA2201025116   </a:t>
            </a:r>
          </a:p>
          <a:p>
            <a:r>
              <a:rPr lang="en-US" b="1" dirty="0">
                <a:solidFill>
                  <a:schemeClr val="tx2"/>
                </a:solidFill>
              </a:rPr>
              <a:t> MD </a:t>
            </a:r>
            <a:r>
              <a:rPr lang="en-US" b="1" dirty="0" err="1">
                <a:solidFill>
                  <a:schemeClr val="tx2"/>
                </a:solidFill>
              </a:rPr>
              <a:t>Tanvir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Hossain</a:t>
            </a:r>
            <a:r>
              <a:rPr lang="en-US" b="1" dirty="0">
                <a:solidFill>
                  <a:schemeClr val="tx2"/>
                </a:solidFill>
              </a:rPr>
              <a:t>                               BBA2201025103</a:t>
            </a:r>
          </a:p>
          <a:p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Sadman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Sakib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Dipto</a:t>
            </a:r>
            <a:r>
              <a:rPr lang="en-US" b="1" dirty="0">
                <a:solidFill>
                  <a:schemeClr val="tx2"/>
                </a:solidFill>
              </a:rPr>
              <a:t>                            BBA2201025111</a:t>
            </a:r>
          </a:p>
          <a:p>
            <a:r>
              <a:rPr lang="en-US" b="1" dirty="0">
                <a:solidFill>
                  <a:schemeClr val="tx2"/>
                </a:solidFill>
              </a:rPr>
              <a:t> Mahmud </a:t>
            </a:r>
            <a:r>
              <a:rPr lang="en-US" b="1" dirty="0" err="1">
                <a:solidFill>
                  <a:schemeClr val="tx2"/>
                </a:solidFill>
              </a:rPr>
              <a:t>Hasan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Zayed</a:t>
            </a:r>
            <a:r>
              <a:rPr lang="en-US" b="1" dirty="0">
                <a:solidFill>
                  <a:schemeClr val="tx2"/>
                </a:solidFill>
              </a:rPr>
              <a:t>                         BBA2201025109</a:t>
            </a:r>
          </a:p>
          <a:p>
            <a:r>
              <a:rPr lang="en-US" b="1" dirty="0">
                <a:solidFill>
                  <a:schemeClr val="tx2"/>
                </a:solidFill>
              </a:rPr>
              <a:t> Al Amin                                                  BBA2201025108</a:t>
            </a:r>
          </a:p>
          <a:p>
            <a:endParaRPr lang="en-US" b="1" dirty="0"/>
          </a:p>
          <a:p>
            <a:pPr algn="ctr"/>
            <a:endParaRPr lang="en-US" b="1" i="1" dirty="0">
              <a:solidFill>
                <a:schemeClr val="tx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71329" y="2590800"/>
            <a:ext cx="45865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Presented By</a:t>
            </a:r>
          </a:p>
        </p:txBody>
      </p:sp>
    </p:spTree>
    <p:extLst>
      <p:ext uri="{BB962C8B-B14F-4D97-AF65-F5344CB8AC3E}">
        <p14:creationId xmlns:p14="http://schemas.microsoft.com/office/powerpoint/2010/main" val="775752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44591" y="711153"/>
            <a:ext cx="69156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TABLE OF CONTENTS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78582"/>
            <a:ext cx="79248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</a:t>
            </a:r>
          </a:p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Introduction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77648" y="5466450"/>
            <a:ext cx="25146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9.</a:t>
            </a:r>
          </a:p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466450"/>
            <a:ext cx="25146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8.</a:t>
            </a:r>
          </a:p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Accounting Plan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90900" y="3024586"/>
            <a:ext cx="25146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</a:t>
            </a:r>
          </a:p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Industry Analysis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9533" y="2986635"/>
            <a:ext cx="25146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</a:t>
            </a:r>
          </a:p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Company Overview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93248" y="4210692"/>
            <a:ext cx="25146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6.</a:t>
            </a:r>
          </a:p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Production Plan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9533" y="4191000"/>
            <a:ext cx="25146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5.</a:t>
            </a:r>
          </a:p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Marketing strategy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76308" y="5466450"/>
            <a:ext cx="25146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10.</a:t>
            </a:r>
          </a:p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Q&amp;A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96000" y="3024586"/>
            <a:ext cx="25146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</a:t>
            </a:r>
          </a:p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Market Analysis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09699" y="4210692"/>
            <a:ext cx="2500901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7.</a:t>
            </a:r>
          </a:p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Financial Plan</a:t>
            </a:r>
          </a:p>
        </p:txBody>
      </p:sp>
    </p:spTree>
    <p:extLst>
      <p:ext uri="{BB962C8B-B14F-4D97-AF65-F5344CB8AC3E}">
        <p14:creationId xmlns:p14="http://schemas.microsoft.com/office/powerpoint/2010/main" val="343190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ular Callout 1"/>
          <p:cNvSpPr/>
          <p:nvPr/>
        </p:nvSpPr>
        <p:spPr>
          <a:xfrm>
            <a:off x="1981200" y="609600"/>
            <a:ext cx="4495800" cy="1295400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2"/>
                </a:solidFill>
              </a:rPr>
              <a:t>1.Introduction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09800"/>
            <a:ext cx="7239000" cy="388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dirty="0">
                <a:solidFill>
                  <a:schemeClr val="tx2"/>
                </a:solidFill>
              </a:rPr>
              <a:t>Welcome to Royal Fabrics Ltd. Our premier destination for high-quality textile fabrics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800" dirty="0">
                <a:solidFill>
                  <a:schemeClr val="tx2"/>
                </a:solidFill>
              </a:rPr>
              <a:t>Dedicated to innovation, sustainability, and exceptional customer service</a:t>
            </a:r>
          </a:p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563029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66800" y="2362200"/>
            <a:ext cx="7086600" cy="381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Founded by a team of experienced professionals with a proven track record in the textile industry.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Specializing in producing a wide range of textile fabrics including cotton, wool, polyester, and blends.</a:t>
            </a:r>
          </a:p>
        </p:txBody>
      </p:sp>
      <p:sp>
        <p:nvSpPr>
          <p:cNvPr id="9" name="Rectangular Callout 8"/>
          <p:cNvSpPr/>
          <p:nvPr/>
        </p:nvSpPr>
        <p:spPr>
          <a:xfrm>
            <a:off x="1981200" y="609600"/>
            <a:ext cx="4495800" cy="1295400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2.Company Overview</a:t>
            </a:r>
          </a:p>
          <a:p>
            <a:pPr algn="ctr"/>
            <a:endParaRPr lang="en-US" sz="3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3979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user\AppData\Local\Packages\Microsoft.Windows.Photos_8wekyb3d8bbwe\TempState\ShareServiceTempFolder\image001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026" y="3429000"/>
            <a:ext cx="7239000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ular Callout 2"/>
          <p:cNvSpPr/>
          <p:nvPr/>
        </p:nvSpPr>
        <p:spPr>
          <a:xfrm>
            <a:off x="2667000" y="609600"/>
            <a:ext cx="4114800" cy="609600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2"/>
                </a:solidFill>
              </a:rPr>
              <a:t>3.Industry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78486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2"/>
                </a:solidFill>
              </a:rPr>
              <a:t>The textile industry is a key driver of the Bangladesh economy, accounting for over 80% of the country's exports. With a growing population and increasing demand for textiles worldwide, Bangladesh offers a lucrative market opportunity for textile fabrics manufacturing. The industry is projected to grow at a CAGR of 7% from 2021 to 2028, reaching a market size of USD 30 billion by 2028.</a:t>
            </a:r>
          </a:p>
        </p:txBody>
      </p:sp>
    </p:spTree>
    <p:extLst>
      <p:ext uri="{BB962C8B-B14F-4D97-AF65-F5344CB8AC3E}">
        <p14:creationId xmlns:p14="http://schemas.microsoft.com/office/powerpoint/2010/main" val="2105088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ular Callout 1"/>
          <p:cNvSpPr/>
          <p:nvPr/>
        </p:nvSpPr>
        <p:spPr>
          <a:xfrm>
            <a:off x="1981200" y="457200"/>
            <a:ext cx="4495800" cy="1295400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2"/>
                </a:solidFill>
              </a:rPr>
              <a:t>4.Market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057400"/>
            <a:ext cx="7315200" cy="441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dirty="0">
                <a:solidFill>
                  <a:schemeClr val="tx1"/>
                </a:solidFill>
              </a:rPr>
              <a:t>Target market includes apparel manufacturers, home furnishing companies, and industrial clients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800" dirty="0">
                <a:solidFill>
                  <a:schemeClr val="tx1"/>
                </a:solidFill>
              </a:rPr>
              <a:t>Multi-channel marketing strategy to reach local, national, and international markets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800" dirty="0">
                <a:solidFill>
                  <a:schemeClr val="tx1"/>
                </a:solidFill>
              </a:rPr>
              <a:t>Commitment to building strong customer relationships and providing personalized service</a:t>
            </a:r>
          </a:p>
          <a:p>
            <a:r>
              <a:rPr lang="en-US" sz="2800" dirty="0"/>
              <a:t> </a:t>
            </a:r>
          </a:p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978070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ular Callout 4"/>
          <p:cNvSpPr/>
          <p:nvPr/>
        </p:nvSpPr>
        <p:spPr>
          <a:xfrm>
            <a:off x="1981200" y="609600"/>
            <a:ext cx="4495800" cy="1295400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2"/>
                </a:solidFill>
              </a:rPr>
              <a:t>5.Marketing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09800"/>
            <a:ext cx="7239000" cy="388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dirty="0">
                <a:solidFill>
                  <a:schemeClr val="tx2"/>
                </a:solidFill>
              </a:rPr>
              <a:t>Promoting brand as a reliable and innovative supplier of high-quality textile fabrics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800" dirty="0">
                <a:solidFill>
                  <a:schemeClr val="tx2"/>
                </a:solidFill>
              </a:rPr>
              <a:t>Emphasis on sustainability, quality, and customer satisfaction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800" dirty="0">
                <a:solidFill>
                  <a:schemeClr val="tx2"/>
                </a:solidFill>
              </a:rPr>
              <a:t>Utilizing social media, industry publications, and trade shows for promotion</a:t>
            </a:r>
          </a:p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963243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ular Callout 3"/>
          <p:cNvSpPr/>
          <p:nvPr/>
        </p:nvSpPr>
        <p:spPr>
          <a:xfrm>
            <a:off x="1961322" y="457200"/>
            <a:ext cx="4495800" cy="1295400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6.Production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57400"/>
            <a:ext cx="7315200" cy="441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400" dirty="0">
                <a:solidFill>
                  <a:schemeClr val="tx2"/>
                </a:solidFill>
              </a:rPr>
              <a:t>We will utilize state-of-the-art machinery and equipment to produce textile fabrics through a combination of weaving, knitting, dyeing, and finishing processes.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solidFill>
                  <a:schemeClr val="tx2"/>
                </a:solidFill>
              </a:rPr>
              <a:t>  We will establish strategic partnerships with           reliable suppliers to ensure a steady and  sustainable supply of raw materials such as natural fibers, synthetic yarns, and dyes. 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solidFill>
                  <a:schemeClr val="tx2"/>
                </a:solidFill>
              </a:rPr>
              <a:t>  Our team of skilled technicians and operators will undergo comprehensive training programs to enhance their technical proficiency and operational efficiency. </a:t>
            </a:r>
          </a:p>
        </p:txBody>
      </p:sp>
    </p:spTree>
    <p:extLst>
      <p:ext uri="{BB962C8B-B14F-4D97-AF65-F5344CB8AC3E}">
        <p14:creationId xmlns:p14="http://schemas.microsoft.com/office/powerpoint/2010/main" val="3259096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ular Callout 1"/>
          <p:cNvSpPr/>
          <p:nvPr/>
        </p:nvSpPr>
        <p:spPr>
          <a:xfrm>
            <a:off x="1981200" y="609600"/>
            <a:ext cx="4495800" cy="1295400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7.Financial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09800"/>
            <a:ext cx="7239000" cy="388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dirty="0">
                <a:solidFill>
                  <a:schemeClr val="tx2"/>
                </a:solidFill>
              </a:rPr>
              <a:t>Projections for startup costs, revenue forecasts, and cash flow analysis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800" dirty="0">
                <a:solidFill>
                  <a:schemeClr val="tx2"/>
                </a:solidFill>
              </a:rPr>
              <a:t>Seeking financing through a combination of equity investment, loans, and grants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800" dirty="0">
                <a:solidFill>
                  <a:schemeClr val="tx2"/>
                </a:solidFill>
              </a:rPr>
              <a:t>Commitment to monitoring financial performance and making necessary adjustments for profitability</a:t>
            </a:r>
          </a:p>
          <a:p>
            <a:r>
              <a:rPr lang="en-US" sz="2800" dirty="0"/>
              <a:t> </a:t>
            </a:r>
          </a:p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160741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ular Callout 3"/>
          <p:cNvSpPr/>
          <p:nvPr/>
        </p:nvSpPr>
        <p:spPr>
          <a:xfrm>
            <a:off x="1981200" y="609600"/>
            <a:ext cx="4495800" cy="1295400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8.Accounting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09800"/>
            <a:ext cx="7239000" cy="388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400" dirty="0">
                <a:solidFill>
                  <a:schemeClr val="tx2"/>
                </a:solidFill>
              </a:rPr>
              <a:t>We will maintain accurate and timely financial records, including income statements, balance sheets, and cash flow statements. 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400" dirty="0">
                <a:solidFill>
                  <a:schemeClr val="tx2"/>
                </a:solidFill>
              </a:rPr>
              <a:t>Implementing robust cost control measures is essential to maximize profitability and operational efficiency. 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400" dirty="0">
                <a:solidFill>
                  <a:schemeClr val="tx2"/>
                </a:solidFill>
              </a:rPr>
              <a:t>Compliance with tax regulations is paramount to avoid penalties and maintain financial integrity.  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400" dirty="0">
                <a:solidFill>
                  <a:schemeClr val="tx2"/>
                </a:solidFill>
              </a:rPr>
              <a:t>We will implement cash flow forecasting, monitor receivables and payables</a:t>
            </a:r>
          </a:p>
        </p:txBody>
      </p:sp>
    </p:spTree>
    <p:extLst>
      <p:ext uri="{BB962C8B-B14F-4D97-AF65-F5344CB8AC3E}">
        <p14:creationId xmlns:p14="http://schemas.microsoft.com/office/powerpoint/2010/main" val="2587833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ular Callout 1"/>
          <p:cNvSpPr/>
          <p:nvPr/>
        </p:nvSpPr>
        <p:spPr>
          <a:xfrm>
            <a:off x="1981200" y="609600"/>
            <a:ext cx="4495800" cy="1295400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2"/>
                </a:solidFill>
              </a:rPr>
              <a:t>9.Conclusion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09800"/>
            <a:ext cx="7239000" cy="388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dirty="0">
                <a:solidFill>
                  <a:schemeClr val="tx2"/>
                </a:solidFill>
              </a:rPr>
              <a:t> Royal Fabric Ltd. is poised to be a leading player in textile fabrics manufacturing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800" dirty="0">
                <a:solidFill>
                  <a:schemeClr val="tx2"/>
                </a:solidFill>
              </a:rPr>
              <a:t>Commitment to excellence, innovation, and customer satisfaction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800" dirty="0">
                <a:solidFill>
                  <a:schemeClr val="tx2"/>
                </a:solidFill>
              </a:rPr>
              <a:t>Join us on our journey to revolutionize the textile industry</a:t>
            </a:r>
          </a:p>
          <a:p>
            <a:r>
              <a:rPr lang="en-US" sz="2800" dirty="0"/>
              <a:t> </a:t>
            </a:r>
          </a:p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456051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ular Callout 1"/>
          <p:cNvSpPr/>
          <p:nvPr/>
        </p:nvSpPr>
        <p:spPr>
          <a:xfrm>
            <a:off x="1905000" y="609600"/>
            <a:ext cx="4495800" cy="1295400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2"/>
                </a:solidFill>
              </a:rPr>
              <a:t>10.Q&amp;A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990600" y="2223052"/>
            <a:ext cx="7239000" cy="17393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</a:t>
            </a:r>
            <a:r>
              <a:rPr lang="en-US" sz="3600" dirty="0">
                <a:solidFill>
                  <a:schemeClr val="tx2"/>
                </a:solidFill>
              </a:rPr>
              <a:t>Open the floor for any questions or comments</a:t>
            </a:r>
          </a:p>
          <a:p>
            <a:r>
              <a:rPr lang="en-US" dirty="0"/>
              <a:t> </a:t>
            </a:r>
          </a:p>
        </p:txBody>
      </p:sp>
      <p:sp>
        <p:nvSpPr>
          <p:cNvPr id="5" name="Bevel 4"/>
          <p:cNvSpPr/>
          <p:nvPr/>
        </p:nvSpPr>
        <p:spPr>
          <a:xfrm>
            <a:off x="990600" y="3962400"/>
            <a:ext cx="7239000" cy="2362200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2"/>
                </a:solidFill>
              </a:rPr>
              <a:t>Thank you for your attention and interest in Royal Fabrics. We look forward to partnering with you in providing high-quality textile fabrics for your needs.</a:t>
            </a:r>
          </a:p>
        </p:txBody>
      </p:sp>
    </p:spTree>
    <p:extLst>
      <p:ext uri="{BB962C8B-B14F-4D97-AF65-F5344CB8AC3E}">
        <p14:creationId xmlns:p14="http://schemas.microsoft.com/office/powerpoint/2010/main" val="7256700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188</TotalTime>
  <Words>532</Words>
  <Application>Microsoft Office PowerPoint</Application>
  <PresentationFormat>On-screen Show (4:3)</PresentationFormat>
  <Paragraphs>76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Austin</vt:lpstr>
      <vt:lpstr>Welcome To Our Presentation</vt:lpstr>
      <vt:lpstr>“Business Plan of textile Fabrics manufacturing”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8801829198258</cp:lastModifiedBy>
  <cp:revision>23</cp:revision>
  <dcterms:created xsi:type="dcterms:W3CDTF">2006-08-16T00:00:00Z</dcterms:created>
  <dcterms:modified xsi:type="dcterms:W3CDTF">2024-03-14T21:13:46Z</dcterms:modified>
</cp:coreProperties>
</file>