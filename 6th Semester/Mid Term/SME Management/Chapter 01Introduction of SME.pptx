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4"/>
  </p:notesMasterIdLst>
  <p:sldIdLst>
    <p:sldId id="256" r:id="rId2"/>
    <p:sldId id="259" r:id="rId3"/>
    <p:sldId id="271" r:id="rId4"/>
    <p:sldId id="284" r:id="rId5"/>
    <p:sldId id="328" r:id="rId6"/>
    <p:sldId id="258" r:id="rId7"/>
    <p:sldId id="329" r:id="rId8"/>
    <p:sldId id="272" r:id="rId9"/>
    <p:sldId id="269" r:id="rId10"/>
    <p:sldId id="330" r:id="rId11"/>
    <p:sldId id="260" r:id="rId12"/>
    <p:sldId id="283" r:id="rId13"/>
  </p:sldIdLst>
  <p:sldSz cx="9144000" cy="5143500" type="screen16x9"/>
  <p:notesSz cx="6858000" cy="9144000"/>
  <p:embeddedFontLst>
    <p:embeddedFont>
      <p:font typeface="Assistant" pitchFamily="2" charset="-79"/>
      <p:regular r:id="rId15"/>
      <p:bold r:id="rId16"/>
    </p:embeddedFont>
    <p:embeddedFont>
      <p:font typeface="Assistant SemiBold" pitchFamily="2" charset="-79"/>
      <p:regular r:id="rId17"/>
      <p:bold r:id="rId18"/>
    </p:embeddedFont>
    <p:embeddedFont>
      <p:font typeface="DM Serif Text" pitchFamily="2" charset="0"/>
      <p:regular r:id="rId19"/>
      <p: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05801A-AD37-44D9-85E7-96418DD77E7E}">
  <a:tblStyle styleId="{A405801A-AD37-44D9-85E7-96418DD77E7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97" d="100"/>
          <a:sy n="97" d="100"/>
        </p:scale>
        <p:origin x="99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1277b7d5271_0_3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1277b7d5271_0_34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277b7d5271_0_230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1277b7d5271_0_230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12852bf31b6_0_5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12852bf31b6_0_5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g11bc2e88f07_0_8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6" name="Google Shape;1696;g11bc2e88f07_0_8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g11bc2e88f07_0_8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6" name="Google Shape;1696;g11bc2e88f07_0_8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3620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11bc2e88f07_0_8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11bc2e88f07_0_8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11bc2e88f07_0_8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11bc2e88f07_0_8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9179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126d4934d9b_1_9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126d4934d9b_1_9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126d4934d9b_1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126d4934d9b_1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126d4934d9b_1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126d4934d9b_1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8829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11bc2e88f07_0_9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11bc2e88f07_0_9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12852bf31b6_0_3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12852bf31b6_0_3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2875" y="882352"/>
            <a:ext cx="3885300" cy="23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67700" y="3504125"/>
            <a:ext cx="3538500" cy="248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69400" y="-9525"/>
            <a:ext cx="174300" cy="4727060"/>
            <a:chOff x="269400" y="-127635"/>
            <a:chExt cx="174300" cy="4727060"/>
          </a:xfrm>
        </p:grpSpPr>
        <p:cxnSp>
          <p:nvCxnSpPr>
            <p:cNvPr id="12" name="Google Shape;12;p2"/>
            <p:cNvCxnSpPr/>
            <p:nvPr/>
          </p:nvCxnSpPr>
          <p:spPr>
            <a:xfrm flipH="1">
              <a:off x="356550" y="-127635"/>
              <a:ext cx="5400" cy="4546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" name="Google Shape;13;p2"/>
            <p:cNvSpPr/>
            <p:nvPr/>
          </p:nvSpPr>
          <p:spPr>
            <a:xfrm>
              <a:off x="314100" y="4514525"/>
              <a:ext cx="84900" cy="8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" name="Google Shape;14;p2"/>
            <p:cNvGrpSpPr/>
            <p:nvPr/>
          </p:nvGrpSpPr>
          <p:grpSpPr>
            <a:xfrm>
              <a:off x="269400" y="4060900"/>
              <a:ext cx="174300" cy="279975"/>
              <a:chOff x="269400" y="3911900"/>
              <a:chExt cx="174300" cy="279975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269400" y="4017575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269400" y="3911900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" name="Google Shape;17;p2"/>
          <p:cNvGrpSpPr/>
          <p:nvPr/>
        </p:nvGrpSpPr>
        <p:grpSpPr>
          <a:xfrm>
            <a:off x="8700175" y="-9525"/>
            <a:ext cx="174300" cy="4727060"/>
            <a:chOff x="8700175" y="-127635"/>
            <a:chExt cx="174300" cy="4727060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8787325" y="-127635"/>
              <a:ext cx="0" cy="4546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Google Shape;19;p2"/>
            <p:cNvSpPr/>
            <p:nvPr/>
          </p:nvSpPr>
          <p:spPr>
            <a:xfrm>
              <a:off x="8744875" y="4514525"/>
              <a:ext cx="84900" cy="8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" name="Google Shape;20;p2"/>
            <p:cNvGrpSpPr/>
            <p:nvPr/>
          </p:nvGrpSpPr>
          <p:grpSpPr>
            <a:xfrm>
              <a:off x="8700175" y="4060900"/>
              <a:ext cx="174300" cy="279975"/>
              <a:chOff x="269400" y="3911900"/>
              <a:chExt cx="174300" cy="279975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269400" y="4017575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69400" y="3911900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" name="Google Shape;23;p2"/>
          <p:cNvGrpSpPr/>
          <p:nvPr/>
        </p:nvGrpSpPr>
        <p:grpSpPr>
          <a:xfrm>
            <a:off x="789425" y="4086313"/>
            <a:ext cx="3611400" cy="631208"/>
            <a:chOff x="789425" y="3973388"/>
            <a:chExt cx="3611400" cy="631208"/>
          </a:xfrm>
        </p:grpSpPr>
        <p:cxnSp>
          <p:nvCxnSpPr>
            <p:cNvPr id="24" name="Google Shape;24;p2"/>
            <p:cNvCxnSpPr/>
            <p:nvPr/>
          </p:nvCxnSpPr>
          <p:spPr>
            <a:xfrm>
              <a:off x="789425" y="3973388"/>
              <a:ext cx="3611400" cy="3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5" name="Google Shape;25;p2"/>
            <p:cNvGrpSpPr/>
            <p:nvPr/>
          </p:nvGrpSpPr>
          <p:grpSpPr>
            <a:xfrm>
              <a:off x="2299325" y="4308796"/>
              <a:ext cx="591600" cy="295800"/>
              <a:chOff x="2196322" y="4573708"/>
              <a:chExt cx="591600" cy="295800"/>
            </a:xfrm>
          </p:grpSpPr>
          <p:sp>
            <p:nvSpPr>
              <p:cNvPr id="26" name="Google Shape;26;p2"/>
              <p:cNvSpPr/>
              <p:nvPr/>
            </p:nvSpPr>
            <p:spPr>
              <a:xfrm>
                <a:off x="2196322" y="4573708"/>
                <a:ext cx="295800" cy="295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2344233" y="4573708"/>
                <a:ext cx="295800" cy="295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2492122" y="4573708"/>
                <a:ext cx="295800" cy="295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" name="Google Shape;29;p2"/>
            <p:cNvCxnSpPr>
              <a:stCxn id="27" idx="0"/>
            </p:cNvCxnSpPr>
            <p:nvPr/>
          </p:nvCxnSpPr>
          <p:spPr>
            <a:xfrm rot="10800000">
              <a:off x="2595137" y="3974896"/>
              <a:ext cx="0" cy="333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5351400" y="2080200"/>
            <a:ext cx="3086400" cy="1658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 hasCustomPrompt="1"/>
          </p:nvPr>
        </p:nvSpPr>
        <p:spPr>
          <a:xfrm>
            <a:off x="6332400" y="1016700"/>
            <a:ext cx="1124400" cy="786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5441700" y="3823500"/>
            <a:ext cx="2905800" cy="492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9pPr>
          </a:lstStyle>
          <a:p>
            <a:endParaRPr/>
          </a:p>
        </p:txBody>
      </p:sp>
      <p:grpSp>
        <p:nvGrpSpPr>
          <p:cNvPr id="34" name="Google Shape;34;p3"/>
          <p:cNvGrpSpPr/>
          <p:nvPr/>
        </p:nvGrpSpPr>
        <p:grpSpPr>
          <a:xfrm>
            <a:off x="269400" y="375700"/>
            <a:ext cx="174300" cy="4797075"/>
            <a:chOff x="269400" y="375700"/>
            <a:chExt cx="174300" cy="4797075"/>
          </a:xfrm>
        </p:grpSpPr>
        <p:cxnSp>
          <p:nvCxnSpPr>
            <p:cNvPr id="35" name="Google Shape;35;p3"/>
            <p:cNvCxnSpPr/>
            <p:nvPr/>
          </p:nvCxnSpPr>
          <p:spPr>
            <a:xfrm rot="10800000">
              <a:off x="356550" y="556375"/>
              <a:ext cx="0" cy="4616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" name="Google Shape;36;p3"/>
            <p:cNvSpPr/>
            <p:nvPr/>
          </p:nvSpPr>
          <p:spPr>
            <a:xfrm rot="10800000">
              <a:off x="314100" y="375700"/>
              <a:ext cx="84900" cy="8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3"/>
            <p:cNvGrpSpPr/>
            <p:nvPr/>
          </p:nvGrpSpPr>
          <p:grpSpPr>
            <a:xfrm rot="10800000">
              <a:off x="269400" y="634250"/>
              <a:ext cx="174300" cy="279975"/>
              <a:chOff x="269400" y="3911900"/>
              <a:chExt cx="174300" cy="279975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269400" y="4017575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269400" y="3911900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" name="Google Shape;40;p3"/>
          <p:cNvGrpSpPr/>
          <p:nvPr/>
        </p:nvGrpSpPr>
        <p:grpSpPr>
          <a:xfrm>
            <a:off x="8700175" y="-9525"/>
            <a:ext cx="174300" cy="4727060"/>
            <a:chOff x="8700175" y="-127635"/>
            <a:chExt cx="174300" cy="4727060"/>
          </a:xfrm>
        </p:grpSpPr>
        <p:cxnSp>
          <p:nvCxnSpPr>
            <p:cNvPr id="41" name="Google Shape;41;p3"/>
            <p:cNvCxnSpPr/>
            <p:nvPr/>
          </p:nvCxnSpPr>
          <p:spPr>
            <a:xfrm>
              <a:off x="8787325" y="-127635"/>
              <a:ext cx="0" cy="4546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" name="Google Shape;42;p3"/>
            <p:cNvSpPr/>
            <p:nvPr/>
          </p:nvSpPr>
          <p:spPr>
            <a:xfrm>
              <a:off x="8744875" y="4514525"/>
              <a:ext cx="84900" cy="8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" name="Google Shape;43;p3"/>
            <p:cNvGrpSpPr/>
            <p:nvPr/>
          </p:nvGrpSpPr>
          <p:grpSpPr>
            <a:xfrm>
              <a:off x="8700175" y="4060900"/>
              <a:ext cx="174300" cy="279975"/>
              <a:chOff x="269400" y="3911900"/>
              <a:chExt cx="174300" cy="279975"/>
            </a:xfrm>
          </p:grpSpPr>
          <p:sp>
            <p:nvSpPr>
              <p:cNvPr id="44" name="Google Shape;44;p3"/>
              <p:cNvSpPr/>
              <p:nvPr/>
            </p:nvSpPr>
            <p:spPr>
              <a:xfrm>
                <a:off x="269400" y="4017575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269400" y="3911900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46" name="Google Shape;46;p3"/>
          <p:cNvCxnSpPr/>
          <p:nvPr/>
        </p:nvCxnSpPr>
        <p:spPr>
          <a:xfrm rot="10800000">
            <a:off x="970200" y="909300"/>
            <a:ext cx="3611400" cy="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" name="Google Shape;47;p3"/>
          <p:cNvGrpSpPr/>
          <p:nvPr/>
        </p:nvGrpSpPr>
        <p:grpSpPr>
          <a:xfrm rot="10800000">
            <a:off x="2480100" y="428613"/>
            <a:ext cx="591600" cy="295800"/>
            <a:chOff x="2196322" y="4573708"/>
            <a:chExt cx="591600" cy="295800"/>
          </a:xfrm>
        </p:grpSpPr>
        <p:sp>
          <p:nvSpPr>
            <p:cNvPr id="48" name="Google Shape;48;p3"/>
            <p:cNvSpPr/>
            <p:nvPr/>
          </p:nvSpPr>
          <p:spPr>
            <a:xfrm>
              <a:off x="2196322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2344233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2492122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1" name="Google Shape;51;p3"/>
          <p:cNvCxnSpPr>
            <a:stCxn id="49" idx="0"/>
          </p:cNvCxnSpPr>
          <p:nvPr/>
        </p:nvCxnSpPr>
        <p:spPr>
          <a:xfrm>
            <a:off x="2775888" y="724413"/>
            <a:ext cx="0" cy="190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713225" y="1090550"/>
            <a:ext cx="4204500" cy="1022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713225" y="2274925"/>
            <a:ext cx="3985800" cy="1801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02" name="Google Shape;102;p7"/>
          <p:cNvGrpSpPr/>
          <p:nvPr/>
        </p:nvGrpSpPr>
        <p:grpSpPr>
          <a:xfrm>
            <a:off x="356545" y="4627730"/>
            <a:ext cx="8824630" cy="174300"/>
            <a:chOff x="356545" y="4627730"/>
            <a:chExt cx="8824630" cy="174300"/>
          </a:xfrm>
        </p:grpSpPr>
        <p:cxnSp>
          <p:nvCxnSpPr>
            <p:cNvPr id="103" name="Google Shape;103;p7"/>
            <p:cNvCxnSpPr/>
            <p:nvPr/>
          </p:nvCxnSpPr>
          <p:spPr>
            <a:xfrm rot="10800000">
              <a:off x="536975" y="4714875"/>
              <a:ext cx="8644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4" name="Google Shape;104;p7"/>
            <p:cNvSpPr/>
            <p:nvPr/>
          </p:nvSpPr>
          <p:spPr>
            <a:xfrm rot="5400000">
              <a:off x="356545" y="4672430"/>
              <a:ext cx="84900" cy="8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5" name="Google Shape;105;p7"/>
            <p:cNvGrpSpPr/>
            <p:nvPr/>
          </p:nvGrpSpPr>
          <p:grpSpPr>
            <a:xfrm rot="5400000">
              <a:off x="667932" y="4574893"/>
              <a:ext cx="174300" cy="279975"/>
              <a:chOff x="269400" y="3911900"/>
              <a:chExt cx="174300" cy="279975"/>
            </a:xfrm>
          </p:grpSpPr>
          <p:sp>
            <p:nvSpPr>
              <p:cNvPr id="106" name="Google Shape;106;p7"/>
              <p:cNvSpPr/>
              <p:nvPr/>
            </p:nvSpPr>
            <p:spPr>
              <a:xfrm>
                <a:off x="269400" y="4017575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7"/>
              <p:cNvSpPr/>
              <p:nvPr/>
            </p:nvSpPr>
            <p:spPr>
              <a:xfrm>
                <a:off x="269400" y="3911900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8" name="Google Shape;108;p7"/>
          <p:cNvGrpSpPr/>
          <p:nvPr/>
        </p:nvGrpSpPr>
        <p:grpSpPr>
          <a:xfrm rot="10800000">
            <a:off x="-37305" y="341480"/>
            <a:ext cx="8824630" cy="174300"/>
            <a:chOff x="356545" y="4627730"/>
            <a:chExt cx="8824630" cy="174300"/>
          </a:xfrm>
        </p:grpSpPr>
        <p:cxnSp>
          <p:nvCxnSpPr>
            <p:cNvPr id="109" name="Google Shape;109;p7"/>
            <p:cNvCxnSpPr/>
            <p:nvPr/>
          </p:nvCxnSpPr>
          <p:spPr>
            <a:xfrm rot="10800000">
              <a:off x="536975" y="4714875"/>
              <a:ext cx="8644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0" name="Google Shape;110;p7"/>
            <p:cNvSpPr/>
            <p:nvPr/>
          </p:nvSpPr>
          <p:spPr>
            <a:xfrm rot="5400000">
              <a:off x="356545" y="4672430"/>
              <a:ext cx="84900" cy="8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1" name="Google Shape;111;p7"/>
            <p:cNvGrpSpPr/>
            <p:nvPr/>
          </p:nvGrpSpPr>
          <p:grpSpPr>
            <a:xfrm rot="5400000">
              <a:off x="667932" y="4574893"/>
              <a:ext cx="174300" cy="279975"/>
              <a:chOff x="269400" y="3911900"/>
              <a:chExt cx="174300" cy="279975"/>
            </a:xfrm>
          </p:grpSpPr>
          <p:sp>
            <p:nvSpPr>
              <p:cNvPr id="112" name="Google Shape;112;p7"/>
              <p:cNvSpPr/>
              <p:nvPr/>
            </p:nvSpPr>
            <p:spPr>
              <a:xfrm>
                <a:off x="269400" y="4017575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7"/>
              <p:cNvSpPr/>
              <p:nvPr/>
            </p:nvSpPr>
            <p:spPr>
              <a:xfrm>
                <a:off x="269400" y="3911900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>
            <a:spLocks noGrp="1"/>
          </p:cNvSpPr>
          <p:nvPr>
            <p:ph type="title"/>
          </p:nvPr>
        </p:nvSpPr>
        <p:spPr>
          <a:xfrm>
            <a:off x="1725150" y="1189200"/>
            <a:ext cx="5693700" cy="2259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9pPr>
          </a:lstStyle>
          <a:p>
            <a:endParaRPr/>
          </a:p>
        </p:txBody>
      </p:sp>
      <p:grpSp>
        <p:nvGrpSpPr>
          <p:cNvPr id="116" name="Google Shape;116;p8"/>
          <p:cNvGrpSpPr/>
          <p:nvPr/>
        </p:nvGrpSpPr>
        <p:grpSpPr>
          <a:xfrm>
            <a:off x="8639425" y="-9525"/>
            <a:ext cx="295800" cy="4727060"/>
            <a:chOff x="8639425" y="-9525"/>
            <a:chExt cx="295800" cy="4727060"/>
          </a:xfrm>
        </p:grpSpPr>
        <p:grpSp>
          <p:nvGrpSpPr>
            <p:cNvPr id="117" name="Google Shape;117;p8"/>
            <p:cNvGrpSpPr/>
            <p:nvPr/>
          </p:nvGrpSpPr>
          <p:grpSpPr>
            <a:xfrm rot="5400000">
              <a:off x="8491525" y="705921"/>
              <a:ext cx="591600" cy="295800"/>
              <a:chOff x="2196322" y="4573708"/>
              <a:chExt cx="591600" cy="295800"/>
            </a:xfrm>
          </p:grpSpPr>
          <p:sp>
            <p:nvSpPr>
              <p:cNvPr id="118" name="Google Shape;118;p8"/>
              <p:cNvSpPr/>
              <p:nvPr/>
            </p:nvSpPr>
            <p:spPr>
              <a:xfrm>
                <a:off x="2196322" y="4573708"/>
                <a:ext cx="295800" cy="295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2344233" y="4573708"/>
                <a:ext cx="295800" cy="295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2492122" y="4573708"/>
                <a:ext cx="295800" cy="295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21" name="Google Shape;121;p8"/>
            <p:cNvCxnSpPr/>
            <p:nvPr/>
          </p:nvCxnSpPr>
          <p:spPr>
            <a:xfrm>
              <a:off x="8787325" y="-9525"/>
              <a:ext cx="0" cy="4546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2" name="Google Shape;122;p8"/>
            <p:cNvSpPr/>
            <p:nvPr/>
          </p:nvSpPr>
          <p:spPr>
            <a:xfrm>
              <a:off x="8744875" y="4632635"/>
              <a:ext cx="84900" cy="8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8"/>
          <p:cNvGrpSpPr/>
          <p:nvPr/>
        </p:nvGrpSpPr>
        <p:grpSpPr>
          <a:xfrm>
            <a:off x="222238" y="428625"/>
            <a:ext cx="295800" cy="4727060"/>
            <a:chOff x="222238" y="428625"/>
            <a:chExt cx="295800" cy="4727060"/>
          </a:xfrm>
        </p:grpSpPr>
        <p:grpSp>
          <p:nvGrpSpPr>
            <p:cNvPr id="124" name="Google Shape;124;p8"/>
            <p:cNvGrpSpPr/>
            <p:nvPr/>
          </p:nvGrpSpPr>
          <p:grpSpPr>
            <a:xfrm rot="-5400000">
              <a:off x="74338" y="4144439"/>
              <a:ext cx="591600" cy="295800"/>
              <a:chOff x="2196322" y="4573708"/>
              <a:chExt cx="591600" cy="295800"/>
            </a:xfrm>
          </p:grpSpPr>
          <p:sp>
            <p:nvSpPr>
              <p:cNvPr id="125" name="Google Shape;125;p8"/>
              <p:cNvSpPr/>
              <p:nvPr/>
            </p:nvSpPr>
            <p:spPr>
              <a:xfrm>
                <a:off x="2196322" y="4573708"/>
                <a:ext cx="295800" cy="295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2344233" y="4573708"/>
                <a:ext cx="295800" cy="295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8"/>
              <p:cNvSpPr/>
              <p:nvPr/>
            </p:nvSpPr>
            <p:spPr>
              <a:xfrm>
                <a:off x="2492122" y="4573708"/>
                <a:ext cx="295800" cy="295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28" name="Google Shape;128;p8"/>
            <p:cNvCxnSpPr/>
            <p:nvPr/>
          </p:nvCxnSpPr>
          <p:spPr>
            <a:xfrm rot="10800000">
              <a:off x="370138" y="609185"/>
              <a:ext cx="0" cy="4546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9" name="Google Shape;129;p8"/>
            <p:cNvSpPr/>
            <p:nvPr/>
          </p:nvSpPr>
          <p:spPr>
            <a:xfrm rot="10800000">
              <a:off x="327688" y="428625"/>
              <a:ext cx="84900" cy="8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713225" y="1497525"/>
            <a:ext cx="4038600" cy="1275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713225" y="2903200"/>
            <a:ext cx="3591600" cy="1220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9pPr>
          </a:lstStyle>
          <a:p>
            <a:endParaRPr/>
          </a:p>
        </p:txBody>
      </p:sp>
      <p:grpSp>
        <p:nvGrpSpPr>
          <p:cNvPr id="133" name="Google Shape;133;p9"/>
          <p:cNvGrpSpPr/>
          <p:nvPr/>
        </p:nvGrpSpPr>
        <p:grpSpPr>
          <a:xfrm flipH="1">
            <a:off x="8195725" y="4566971"/>
            <a:ext cx="591600" cy="295800"/>
            <a:chOff x="2196322" y="4573708"/>
            <a:chExt cx="591600" cy="295800"/>
          </a:xfrm>
        </p:grpSpPr>
        <p:sp>
          <p:nvSpPr>
            <p:cNvPr id="134" name="Google Shape;134;p9"/>
            <p:cNvSpPr/>
            <p:nvPr/>
          </p:nvSpPr>
          <p:spPr>
            <a:xfrm>
              <a:off x="2196322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9"/>
            <p:cNvSpPr/>
            <p:nvPr/>
          </p:nvSpPr>
          <p:spPr>
            <a:xfrm>
              <a:off x="2344233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9"/>
            <p:cNvSpPr/>
            <p:nvPr/>
          </p:nvSpPr>
          <p:spPr>
            <a:xfrm>
              <a:off x="2492122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7" name="Google Shape;137;p9"/>
          <p:cNvCxnSpPr>
            <a:endCxn id="136" idx="6"/>
          </p:cNvCxnSpPr>
          <p:nvPr/>
        </p:nvCxnSpPr>
        <p:spPr>
          <a:xfrm>
            <a:off x="-101075" y="4714871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>
            <a:spLocks noGrp="1"/>
          </p:cNvSpPr>
          <p:nvPr>
            <p:ph type="title"/>
          </p:nvPr>
        </p:nvSpPr>
        <p:spPr>
          <a:xfrm>
            <a:off x="713225" y="427450"/>
            <a:ext cx="7717500" cy="45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3"/>
          <p:cNvSpPr txBox="1">
            <a:spLocks noGrp="1"/>
          </p:cNvSpPr>
          <p:nvPr>
            <p:ph type="subTitle" idx="1"/>
          </p:nvPr>
        </p:nvSpPr>
        <p:spPr>
          <a:xfrm>
            <a:off x="1938838" y="2257775"/>
            <a:ext cx="2148900" cy="428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subTitle" idx="2"/>
          </p:nvPr>
        </p:nvSpPr>
        <p:spPr>
          <a:xfrm>
            <a:off x="1938850" y="1544500"/>
            <a:ext cx="2148900" cy="681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title" idx="3" hasCustomPrompt="1"/>
          </p:nvPr>
        </p:nvSpPr>
        <p:spPr>
          <a:xfrm>
            <a:off x="870738" y="1765925"/>
            <a:ext cx="910200" cy="681900"/>
          </a:xfrm>
          <a:prstGeom prst="rect">
            <a:avLst/>
          </a:prstGeom>
        </p:spPr>
        <p:txBody>
          <a:bodyPr spcFirstLastPara="1" wrap="square" lIns="91425" tIns="7315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t>xx%</a:t>
            </a:r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4"/>
          </p:nvPr>
        </p:nvSpPr>
        <p:spPr>
          <a:xfrm>
            <a:off x="1938838" y="4023062"/>
            <a:ext cx="2148900" cy="428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subTitle" idx="5"/>
          </p:nvPr>
        </p:nvSpPr>
        <p:spPr>
          <a:xfrm>
            <a:off x="1938850" y="3309788"/>
            <a:ext cx="2148900" cy="681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title" idx="6" hasCustomPrompt="1"/>
          </p:nvPr>
        </p:nvSpPr>
        <p:spPr>
          <a:xfrm>
            <a:off x="870738" y="3531213"/>
            <a:ext cx="910200" cy="681900"/>
          </a:xfrm>
          <a:prstGeom prst="rect">
            <a:avLst/>
          </a:prstGeom>
        </p:spPr>
        <p:txBody>
          <a:bodyPr spcFirstLastPara="1" wrap="square" lIns="91425" tIns="7315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t>xx%</a:t>
            </a:r>
          </a:p>
        </p:txBody>
      </p:sp>
      <p:sp>
        <p:nvSpPr>
          <p:cNvPr id="164" name="Google Shape;164;p13"/>
          <p:cNvSpPr txBox="1">
            <a:spLocks noGrp="1"/>
          </p:cNvSpPr>
          <p:nvPr>
            <p:ph type="subTitle" idx="7"/>
          </p:nvPr>
        </p:nvSpPr>
        <p:spPr>
          <a:xfrm>
            <a:off x="6244613" y="2257775"/>
            <a:ext cx="2148900" cy="428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ubTitle" idx="8"/>
          </p:nvPr>
        </p:nvSpPr>
        <p:spPr>
          <a:xfrm>
            <a:off x="6244625" y="1544500"/>
            <a:ext cx="2148900" cy="681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title" idx="9" hasCustomPrompt="1"/>
          </p:nvPr>
        </p:nvSpPr>
        <p:spPr>
          <a:xfrm>
            <a:off x="5176513" y="1765925"/>
            <a:ext cx="910200" cy="681900"/>
          </a:xfrm>
          <a:prstGeom prst="rect">
            <a:avLst/>
          </a:prstGeom>
        </p:spPr>
        <p:txBody>
          <a:bodyPr spcFirstLastPara="1" wrap="square" lIns="91425" tIns="7315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t>xx%</a:t>
            </a:r>
          </a:p>
        </p:txBody>
      </p:sp>
      <p:sp>
        <p:nvSpPr>
          <p:cNvPr id="167" name="Google Shape;167;p13"/>
          <p:cNvSpPr txBox="1">
            <a:spLocks noGrp="1"/>
          </p:cNvSpPr>
          <p:nvPr>
            <p:ph type="subTitle" idx="13"/>
          </p:nvPr>
        </p:nvSpPr>
        <p:spPr>
          <a:xfrm>
            <a:off x="6244613" y="4023062"/>
            <a:ext cx="2148900" cy="428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14"/>
          </p:nvPr>
        </p:nvSpPr>
        <p:spPr>
          <a:xfrm>
            <a:off x="6244625" y="3309788"/>
            <a:ext cx="2148900" cy="681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00"/>
              <a:buFont typeface="DM Serif Text"/>
              <a:buNone/>
              <a:defRPr sz="2500"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title" idx="15" hasCustomPrompt="1"/>
          </p:nvPr>
        </p:nvSpPr>
        <p:spPr>
          <a:xfrm>
            <a:off x="5176513" y="3531213"/>
            <a:ext cx="910200" cy="681900"/>
          </a:xfrm>
          <a:prstGeom prst="rect">
            <a:avLst/>
          </a:prstGeom>
        </p:spPr>
        <p:txBody>
          <a:bodyPr spcFirstLastPara="1" wrap="square" lIns="91425" tIns="7315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t>xx%</a:t>
            </a:r>
          </a:p>
        </p:txBody>
      </p:sp>
      <p:grpSp>
        <p:nvGrpSpPr>
          <p:cNvPr id="170" name="Google Shape;170;p13"/>
          <p:cNvGrpSpPr/>
          <p:nvPr/>
        </p:nvGrpSpPr>
        <p:grpSpPr>
          <a:xfrm>
            <a:off x="8744875" y="560705"/>
            <a:ext cx="84900" cy="4623745"/>
            <a:chOff x="8744875" y="560705"/>
            <a:chExt cx="84900" cy="4623745"/>
          </a:xfrm>
        </p:grpSpPr>
        <p:cxnSp>
          <p:nvCxnSpPr>
            <p:cNvPr id="171" name="Google Shape;171;p13"/>
            <p:cNvCxnSpPr/>
            <p:nvPr/>
          </p:nvCxnSpPr>
          <p:spPr>
            <a:xfrm>
              <a:off x="8787350" y="751050"/>
              <a:ext cx="0" cy="4433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2" name="Google Shape;172;p13"/>
            <p:cNvSpPr/>
            <p:nvPr/>
          </p:nvSpPr>
          <p:spPr>
            <a:xfrm>
              <a:off x="8744875" y="560705"/>
              <a:ext cx="84900" cy="8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" name="Google Shape;173;p13"/>
          <p:cNvGrpSpPr/>
          <p:nvPr/>
        </p:nvGrpSpPr>
        <p:grpSpPr>
          <a:xfrm>
            <a:off x="314163" y="560705"/>
            <a:ext cx="84900" cy="4623745"/>
            <a:chOff x="8744875" y="560705"/>
            <a:chExt cx="84900" cy="4623745"/>
          </a:xfrm>
        </p:grpSpPr>
        <p:cxnSp>
          <p:nvCxnSpPr>
            <p:cNvPr id="174" name="Google Shape;174;p13"/>
            <p:cNvCxnSpPr/>
            <p:nvPr/>
          </p:nvCxnSpPr>
          <p:spPr>
            <a:xfrm>
              <a:off x="8787350" y="751050"/>
              <a:ext cx="0" cy="4433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5" name="Google Shape;175;p13"/>
            <p:cNvSpPr/>
            <p:nvPr/>
          </p:nvSpPr>
          <p:spPr>
            <a:xfrm>
              <a:off x="8744875" y="560705"/>
              <a:ext cx="84900" cy="8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_1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"/>
          <p:cNvSpPr txBox="1">
            <a:spLocks noGrp="1"/>
          </p:cNvSpPr>
          <p:nvPr>
            <p:ph type="title"/>
          </p:nvPr>
        </p:nvSpPr>
        <p:spPr>
          <a:xfrm flipH="1">
            <a:off x="4145275" y="2248375"/>
            <a:ext cx="4285500" cy="162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324575" y="1145100"/>
            <a:ext cx="1001400" cy="786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1"/>
          </p:nvPr>
        </p:nvSpPr>
        <p:spPr>
          <a:xfrm flipH="1">
            <a:off x="4145275" y="3926675"/>
            <a:ext cx="4285500" cy="244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"/>
              <a:buNone/>
              <a:defRPr sz="1550"/>
            </a:lvl9pPr>
          </a:lstStyle>
          <a:p>
            <a:endParaRPr/>
          </a:p>
        </p:txBody>
      </p:sp>
      <p:grpSp>
        <p:nvGrpSpPr>
          <p:cNvPr id="217" name="Google Shape;217;p16"/>
          <p:cNvGrpSpPr/>
          <p:nvPr/>
        </p:nvGrpSpPr>
        <p:grpSpPr>
          <a:xfrm>
            <a:off x="8700175" y="560697"/>
            <a:ext cx="174300" cy="4724475"/>
            <a:chOff x="8700175" y="560697"/>
            <a:chExt cx="174300" cy="4724475"/>
          </a:xfrm>
        </p:grpSpPr>
        <p:cxnSp>
          <p:nvCxnSpPr>
            <p:cNvPr id="218" name="Google Shape;218;p16"/>
            <p:cNvCxnSpPr>
              <a:endCxn id="219" idx="0"/>
            </p:cNvCxnSpPr>
            <p:nvPr/>
          </p:nvCxnSpPr>
          <p:spPr>
            <a:xfrm rot="10800000" flipH="1">
              <a:off x="8781925" y="840672"/>
              <a:ext cx="5400" cy="4444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20" name="Google Shape;220;p16"/>
            <p:cNvGrpSpPr/>
            <p:nvPr/>
          </p:nvGrpSpPr>
          <p:grpSpPr>
            <a:xfrm rot="10800000">
              <a:off x="8700175" y="560697"/>
              <a:ext cx="174300" cy="279975"/>
              <a:chOff x="269400" y="3911900"/>
              <a:chExt cx="174300" cy="279975"/>
            </a:xfrm>
          </p:grpSpPr>
          <p:sp>
            <p:nvSpPr>
              <p:cNvPr id="221" name="Google Shape;221;p16"/>
              <p:cNvSpPr/>
              <p:nvPr/>
            </p:nvSpPr>
            <p:spPr>
              <a:xfrm>
                <a:off x="269400" y="4017575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6"/>
              <p:cNvSpPr/>
              <p:nvPr/>
            </p:nvSpPr>
            <p:spPr>
              <a:xfrm>
                <a:off x="269400" y="3911900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2" name="Google Shape;222;p16"/>
            <p:cNvGrpSpPr/>
            <p:nvPr/>
          </p:nvGrpSpPr>
          <p:grpSpPr>
            <a:xfrm rot="10800000">
              <a:off x="8700175" y="4430448"/>
              <a:ext cx="174300" cy="279975"/>
              <a:chOff x="269400" y="3911900"/>
              <a:chExt cx="174300" cy="279975"/>
            </a:xfrm>
          </p:grpSpPr>
          <p:sp>
            <p:nvSpPr>
              <p:cNvPr id="223" name="Google Shape;223;p16"/>
              <p:cNvSpPr/>
              <p:nvPr/>
            </p:nvSpPr>
            <p:spPr>
              <a:xfrm>
                <a:off x="269400" y="4017575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6"/>
              <p:cNvSpPr/>
              <p:nvPr/>
            </p:nvSpPr>
            <p:spPr>
              <a:xfrm>
                <a:off x="269400" y="3911900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5" name="Google Shape;225;p16"/>
          <p:cNvGrpSpPr/>
          <p:nvPr/>
        </p:nvGrpSpPr>
        <p:grpSpPr>
          <a:xfrm>
            <a:off x="269400" y="560697"/>
            <a:ext cx="174300" cy="4724475"/>
            <a:chOff x="269400" y="560697"/>
            <a:chExt cx="174300" cy="4724475"/>
          </a:xfrm>
        </p:grpSpPr>
        <p:cxnSp>
          <p:nvCxnSpPr>
            <p:cNvPr id="226" name="Google Shape;226;p16"/>
            <p:cNvCxnSpPr>
              <a:endCxn id="227" idx="0"/>
            </p:cNvCxnSpPr>
            <p:nvPr/>
          </p:nvCxnSpPr>
          <p:spPr>
            <a:xfrm rot="10800000" flipH="1">
              <a:off x="351150" y="840672"/>
              <a:ext cx="5400" cy="4444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28" name="Google Shape;228;p16"/>
            <p:cNvGrpSpPr/>
            <p:nvPr/>
          </p:nvGrpSpPr>
          <p:grpSpPr>
            <a:xfrm rot="10800000">
              <a:off x="269400" y="560697"/>
              <a:ext cx="174300" cy="279975"/>
              <a:chOff x="269400" y="3911900"/>
              <a:chExt cx="174300" cy="279975"/>
            </a:xfrm>
          </p:grpSpPr>
          <p:sp>
            <p:nvSpPr>
              <p:cNvPr id="229" name="Google Shape;229;p16"/>
              <p:cNvSpPr/>
              <p:nvPr/>
            </p:nvSpPr>
            <p:spPr>
              <a:xfrm>
                <a:off x="269400" y="4017575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6"/>
              <p:cNvSpPr/>
              <p:nvPr/>
            </p:nvSpPr>
            <p:spPr>
              <a:xfrm>
                <a:off x="269400" y="3911900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0" name="Google Shape;230;p16"/>
            <p:cNvGrpSpPr/>
            <p:nvPr/>
          </p:nvGrpSpPr>
          <p:grpSpPr>
            <a:xfrm rot="10800000">
              <a:off x="269400" y="4430448"/>
              <a:ext cx="174300" cy="279975"/>
              <a:chOff x="269400" y="3911900"/>
              <a:chExt cx="174300" cy="279975"/>
            </a:xfrm>
          </p:grpSpPr>
          <p:sp>
            <p:nvSpPr>
              <p:cNvPr id="231" name="Google Shape;231;p16"/>
              <p:cNvSpPr/>
              <p:nvPr/>
            </p:nvSpPr>
            <p:spPr>
              <a:xfrm>
                <a:off x="269400" y="4017575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6"/>
              <p:cNvSpPr/>
              <p:nvPr/>
            </p:nvSpPr>
            <p:spPr>
              <a:xfrm>
                <a:off x="269400" y="3911900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2_1_1_2_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4"/>
          <p:cNvSpPr txBox="1">
            <a:spLocks noGrp="1"/>
          </p:cNvSpPr>
          <p:nvPr>
            <p:ph type="title"/>
          </p:nvPr>
        </p:nvSpPr>
        <p:spPr>
          <a:xfrm>
            <a:off x="713225" y="427450"/>
            <a:ext cx="7717500" cy="45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67" name="Google Shape;367;p24"/>
          <p:cNvGrpSpPr/>
          <p:nvPr/>
        </p:nvGrpSpPr>
        <p:grpSpPr>
          <a:xfrm>
            <a:off x="314163" y="-83475"/>
            <a:ext cx="84900" cy="4798350"/>
            <a:chOff x="314163" y="-83475"/>
            <a:chExt cx="84900" cy="4798350"/>
          </a:xfrm>
        </p:grpSpPr>
        <p:cxnSp>
          <p:nvCxnSpPr>
            <p:cNvPr id="368" name="Google Shape;368;p24"/>
            <p:cNvCxnSpPr/>
            <p:nvPr/>
          </p:nvCxnSpPr>
          <p:spPr>
            <a:xfrm rot="10800000">
              <a:off x="356600" y="-83475"/>
              <a:ext cx="0" cy="4608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9" name="Google Shape;369;p24"/>
            <p:cNvSpPr/>
            <p:nvPr/>
          </p:nvSpPr>
          <p:spPr>
            <a:xfrm rot="10800000">
              <a:off x="314163" y="4629975"/>
              <a:ext cx="84900" cy="8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0" name="Google Shape;370;p24"/>
          <p:cNvGrpSpPr/>
          <p:nvPr/>
        </p:nvGrpSpPr>
        <p:grpSpPr>
          <a:xfrm>
            <a:off x="8744875" y="-83475"/>
            <a:ext cx="84900" cy="4798350"/>
            <a:chOff x="8744875" y="-83475"/>
            <a:chExt cx="84900" cy="4798350"/>
          </a:xfrm>
        </p:grpSpPr>
        <p:cxnSp>
          <p:nvCxnSpPr>
            <p:cNvPr id="371" name="Google Shape;371;p24"/>
            <p:cNvCxnSpPr/>
            <p:nvPr/>
          </p:nvCxnSpPr>
          <p:spPr>
            <a:xfrm rot="10800000">
              <a:off x="8787300" y="-83475"/>
              <a:ext cx="0" cy="4608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2" name="Google Shape;372;p24"/>
            <p:cNvSpPr/>
            <p:nvPr/>
          </p:nvSpPr>
          <p:spPr>
            <a:xfrm rot="10800000">
              <a:off x="8744875" y="4629975"/>
              <a:ext cx="84900" cy="8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2_1_1_2_1_1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5"/>
          <p:cNvSpPr txBox="1">
            <a:spLocks noGrp="1"/>
          </p:cNvSpPr>
          <p:nvPr>
            <p:ph type="title"/>
          </p:nvPr>
        </p:nvSpPr>
        <p:spPr>
          <a:xfrm>
            <a:off x="713225" y="427450"/>
            <a:ext cx="7717500" cy="45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375" name="Google Shape;375;p25"/>
          <p:cNvCxnSpPr>
            <a:endCxn id="376" idx="0"/>
          </p:cNvCxnSpPr>
          <p:nvPr/>
        </p:nvCxnSpPr>
        <p:spPr>
          <a:xfrm flipH="1">
            <a:off x="8787325" y="-9603"/>
            <a:ext cx="5400" cy="4444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77" name="Google Shape;377;p25"/>
          <p:cNvGrpSpPr/>
          <p:nvPr/>
        </p:nvGrpSpPr>
        <p:grpSpPr>
          <a:xfrm>
            <a:off x="8700175" y="4434898"/>
            <a:ext cx="174300" cy="279975"/>
            <a:chOff x="269400" y="3911900"/>
            <a:chExt cx="174300" cy="279975"/>
          </a:xfrm>
        </p:grpSpPr>
        <p:sp>
          <p:nvSpPr>
            <p:cNvPr id="378" name="Google Shape;378;p25"/>
            <p:cNvSpPr/>
            <p:nvPr/>
          </p:nvSpPr>
          <p:spPr>
            <a:xfrm>
              <a:off x="269400" y="4017575"/>
              <a:ext cx="174300" cy="1743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5"/>
            <p:cNvSpPr/>
            <p:nvPr/>
          </p:nvSpPr>
          <p:spPr>
            <a:xfrm>
              <a:off x="269400" y="3911900"/>
              <a:ext cx="174300" cy="1743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9" name="Google Shape;379;p25"/>
          <p:cNvGrpSpPr/>
          <p:nvPr/>
        </p:nvGrpSpPr>
        <p:grpSpPr>
          <a:xfrm>
            <a:off x="314163" y="560705"/>
            <a:ext cx="84900" cy="4623745"/>
            <a:chOff x="8744875" y="560705"/>
            <a:chExt cx="84900" cy="4623745"/>
          </a:xfrm>
        </p:grpSpPr>
        <p:cxnSp>
          <p:nvCxnSpPr>
            <p:cNvPr id="380" name="Google Shape;380;p25"/>
            <p:cNvCxnSpPr/>
            <p:nvPr/>
          </p:nvCxnSpPr>
          <p:spPr>
            <a:xfrm>
              <a:off x="8787350" y="751050"/>
              <a:ext cx="0" cy="4433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81" name="Google Shape;381;p25"/>
            <p:cNvSpPr/>
            <p:nvPr/>
          </p:nvSpPr>
          <p:spPr>
            <a:xfrm>
              <a:off x="8744875" y="560705"/>
              <a:ext cx="84900" cy="8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" name="Google Shape;553;p35"/>
          <p:cNvGrpSpPr/>
          <p:nvPr/>
        </p:nvGrpSpPr>
        <p:grpSpPr>
          <a:xfrm>
            <a:off x="273050" y="560705"/>
            <a:ext cx="174300" cy="4623745"/>
            <a:chOff x="273050" y="560705"/>
            <a:chExt cx="174300" cy="4623745"/>
          </a:xfrm>
        </p:grpSpPr>
        <p:grpSp>
          <p:nvGrpSpPr>
            <p:cNvPr id="554" name="Google Shape;554;p35"/>
            <p:cNvGrpSpPr/>
            <p:nvPr/>
          </p:nvGrpSpPr>
          <p:grpSpPr>
            <a:xfrm rot="10800000">
              <a:off x="273050" y="4319460"/>
              <a:ext cx="174300" cy="279975"/>
              <a:chOff x="269400" y="3911900"/>
              <a:chExt cx="174300" cy="279975"/>
            </a:xfrm>
          </p:grpSpPr>
          <p:sp>
            <p:nvSpPr>
              <p:cNvPr id="555" name="Google Shape;555;p35"/>
              <p:cNvSpPr/>
              <p:nvPr/>
            </p:nvSpPr>
            <p:spPr>
              <a:xfrm>
                <a:off x="269400" y="4017575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5"/>
              <p:cNvSpPr/>
              <p:nvPr/>
            </p:nvSpPr>
            <p:spPr>
              <a:xfrm>
                <a:off x="269400" y="3911900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7" name="Google Shape;557;p35"/>
            <p:cNvGrpSpPr/>
            <p:nvPr/>
          </p:nvGrpSpPr>
          <p:grpSpPr>
            <a:xfrm rot="10800000">
              <a:off x="273050" y="2429479"/>
              <a:ext cx="174300" cy="279975"/>
              <a:chOff x="269400" y="3911900"/>
              <a:chExt cx="174300" cy="279975"/>
            </a:xfrm>
          </p:grpSpPr>
          <p:sp>
            <p:nvSpPr>
              <p:cNvPr id="558" name="Google Shape;558;p35"/>
              <p:cNvSpPr/>
              <p:nvPr/>
            </p:nvSpPr>
            <p:spPr>
              <a:xfrm>
                <a:off x="269400" y="4017575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5"/>
              <p:cNvSpPr/>
              <p:nvPr/>
            </p:nvSpPr>
            <p:spPr>
              <a:xfrm>
                <a:off x="269400" y="3911900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0" name="Google Shape;560;p35"/>
            <p:cNvGrpSpPr/>
            <p:nvPr/>
          </p:nvGrpSpPr>
          <p:grpSpPr>
            <a:xfrm>
              <a:off x="314163" y="560705"/>
              <a:ext cx="84900" cy="4623745"/>
              <a:chOff x="8744875" y="560705"/>
              <a:chExt cx="84900" cy="4623745"/>
            </a:xfrm>
          </p:grpSpPr>
          <p:cxnSp>
            <p:nvCxnSpPr>
              <p:cNvPr id="561" name="Google Shape;561;p35"/>
              <p:cNvCxnSpPr/>
              <p:nvPr/>
            </p:nvCxnSpPr>
            <p:spPr>
              <a:xfrm>
                <a:off x="8787350" y="751050"/>
                <a:ext cx="0" cy="443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62" name="Google Shape;562;p35"/>
              <p:cNvSpPr/>
              <p:nvPr/>
            </p:nvSpPr>
            <p:spPr>
              <a:xfrm>
                <a:off x="8744875" y="560705"/>
                <a:ext cx="84900" cy="84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3" name="Google Shape;563;p35"/>
          <p:cNvGrpSpPr/>
          <p:nvPr/>
        </p:nvGrpSpPr>
        <p:grpSpPr>
          <a:xfrm>
            <a:off x="8700163" y="560705"/>
            <a:ext cx="174300" cy="4623745"/>
            <a:chOff x="8700163" y="560705"/>
            <a:chExt cx="174300" cy="4623745"/>
          </a:xfrm>
        </p:grpSpPr>
        <p:grpSp>
          <p:nvGrpSpPr>
            <p:cNvPr id="564" name="Google Shape;564;p35"/>
            <p:cNvGrpSpPr/>
            <p:nvPr/>
          </p:nvGrpSpPr>
          <p:grpSpPr>
            <a:xfrm rot="10800000">
              <a:off x="8700163" y="4319460"/>
              <a:ext cx="174300" cy="279975"/>
              <a:chOff x="269400" y="3911900"/>
              <a:chExt cx="174300" cy="279975"/>
            </a:xfrm>
          </p:grpSpPr>
          <p:sp>
            <p:nvSpPr>
              <p:cNvPr id="565" name="Google Shape;565;p35"/>
              <p:cNvSpPr/>
              <p:nvPr/>
            </p:nvSpPr>
            <p:spPr>
              <a:xfrm>
                <a:off x="269400" y="4017575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5"/>
              <p:cNvSpPr/>
              <p:nvPr/>
            </p:nvSpPr>
            <p:spPr>
              <a:xfrm>
                <a:off x="269400" y="3911900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7" name="Google Shape;567;p35"/>
            <p:cNvGrpSpPr/>
            <p:nvPr/>
          </p:nvGrpSpPr>
          <p:grpSpPr>
            <a:xfrm rot="10800000">
              <a:off x="8700163" y="2429479"/>
              <a:ext cx="174300" cy="279975"/>
              <a:chOff x="269400" y="3911900"/>
              <a:chExt cx="174300" cy="279975"/>
            </a:xfrm>
          </p:grpSpPr>
          <p:sp>
            <p:nvSpPr>
              <p:cNvPr id="568" name="Google Shape;568;p35"/>
              <p:cNvSpPr/>
              <p:nvPr/>
            </p:nvSpPr>
            <p:spPr>
              <a:xfrm>
                <a:off x="269400" y="4017575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5"/>
              <p:cNvSpPr/>
              <p:nvPr/>
            </p:nvSpPr>
            <p:spPr>
              <a:xfrm>
                <a:off x="269400" y="3911900"/>
                <a:ext cx="174300" cy="1743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0" name="Google Shape;570;p35"/>
            <p:cNvGrpSpPr/>
            <p:nvPr/>
          </p:nvGrpSpPr>
          <p:grpSpPr>
            <a:xfrm>
              <a:off x="8741275" y="560705"/>
              <a:ext cx="84900" cy="4623745"/>
              <a:chOff x="8744875" y="560705"/>
              <a:chExt cx="84900" cy="4623745"/>
            </a:xfrm>
          </p:grpSpPr>
          <p:cxnSp>
            <p:nvCxnSpPr>
              <p:cNvPr id="571" name="Google Shape;571;p35"/>
              <p:cNvCxnSpPr/>
              <p:nvPr/>
            </p:nvCxnSpPr>
            <p:spPr>
              <a:xfrm>
                <a:off x="8787350" y="751050"/>
                <a:ext cx="0" cy="443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72" name="Google Shape;572;p35"/>
              <p:cNvSpPr/>
              <p:nvPr/>
            </p:nvSpPr>
            <p:spPr>
              <a:xfrm>
                <a:off x="8744875" y="560705"/>
                <a:ext cx="84900" cy="84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4" name="Google Shape;574;p36"/>
          <p:cNvGrpSpPr/>
          <p:nvPr/>
        </p:nvGrpSpPr>
        <p:grpSpPr>
          <a:xfrm rot="5400000">
            <a:off x="3092675" y="4574888"/>
            <a:ext cx="174300" cy="279975"/>
            <a:chOff x="269400" y="3911900"/>
            <a:chExt cx="174300" cy="279975"/>
          </a:xfrm>
        </p:grpSpPr>
        <p:sp>
          <p:nvSpPr>
            <p:cNvPr id="575" name="Google Shape;575;p36"/>
            <p:cNvSpPr/>
            <p:nvPr/>
          </p:nvSpPr>
          <p:spPr>
            <a:xfrm>
              <a:off x="269400" y="4017575"/>
              <a:ext cx="174300" cy="1743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6"/>
            <p:cNvSpPr/>
            <p:nvPr/>
          </p:nvSpPr>
          <p:spPr>
            <a:xfrm>
              <a:off x="269400" y="3911900"/>
              <a:ext cx="174300" cy="1743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7" name="Google Shape;577;p36"/>
          <p:cNvGrpSpPr/>
          <p:nvPr/>
        </p:nvGrpSpPr>
        <p:grpSpPr>
          <a:xfrm rot="5400000">
            <a:off x="5877000" y="4574888"/>
            <a:ext cx="174300" cy="279975"/>
            <a:chOff x="269400" y="3911900"/>
            <a:chExt cx="174300" cy="279975"/>
          </a:xfrm>
        </p:grpSpPr>
        <p:sp>
          <p:nvSpPr>
            <p:cNvPr id="578" name="Google Shape;578;p36"/>
            <p:cNvSpPr/>
            <p:nvPr/>
          </p:nvSpPr>
          <p:spPr>
            <a:xfrm>
              <a:off x="269400" y="4017575"/>
              <a:ext cx="174300" cy="1743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6"/>
            <p:cNvSpPr/>
            <p:nvPr/>
          </p:nvSpPr>
          <p:spPr>
            <a:xfrm>
              <a:off x="269400" y="3911900"/>
              <a:ext cx="174300" cy="1743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80" name="Google Shape;580;p36"/>
          <p:cNvCxnSpPr>
            <a:stCxn id="575" idx="4"/>
          </p:cNvCxnSpPr>
          <p:nvPr/>
        </p:nvCxnSpPr>
        <p:spPr>
          <a:xfrm rot="10800000">
            <a:off x="533038" y="4714875"/>
            <a:ext cx="2506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1" name="Google Shape;581;p36"/>
          <p:cNvCxnSpPr>
            <a:endCxn id="579" idx="0"/>
          </p:cNvCxnSpPr>
          <p:nvPr/>
        </p:nvCxnSpPr>
        <p:spPr>
          <a:xfrm rot="10800000">
            <a:off x="6104138" y="4714875"/>
            <a:ext cx="3109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2" name="Google Shape;582;p36"/>
          <p:cNvCxnSpPr>
            <a:stCxn id="578" idx="4"/>
            <a:endCxn id="576" idx="0"/>
          </p:cNvCxnSpPr>
          <p:nvPr/>
        </p:nvCxnSpPr>
        <p:spPr>
          <a:xfrm rot="10800000">
            <a:off x="3319763" y="4714875"/>
            <a:ext cx="250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3" name="Google Shape;583;p36"/>
          <p:cNvSpPr/>
          <p:nvPr/>
        </p:nvSpPr>
        <p:spPr>
          <a:xfrm>
            <a:off x="356550" y="4672425"/>
            <a:ext cx="84900" cy="84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36"/>
          <p:cNvSpPr/>
          <p:nvPr/>
        </p:nvSpPr>
        <p:spPr>
          <a:xfrm>
            <a:off x="508460" y="397213"/>
            <a:ext cx="324632" cy="511681"/>
          </a:xfrm>
          <a:custGeom>
            <a:avLst/>
            <a:gdLst/>
            <a:ahLst/>
            <a:cxnLst/>
            <a:rect l="l" t="t" r="r" b="b"/>
            <a:pathLst>
              <a:path w="16179" h="25498" extrusionOk="0">
                <a:moveTo>
                  <a:pt x="8087" y="1"/>
                </a:moveTo>
                <a:cubicBezTo>
                  <a:pt x="8069" y="1"/>
                  <a:pt x="8048" y="16"/>
                  <a:pt x="8038" y="47"/>
                </a:cubicBezTo>
                <a:cubicBezTo>
                  <a:pt x="7628" y="11283"/>
                  <a:pt x="7095" y="12042"/>
                  <a:pt x="42" y="12718"/>
                </a:cubicBezTo>
                <a:cubicBezTo>
                  <a:pt x="1" y="12718"/>
                  <a:pt x="1" y="12780"/>
                  <a:pt x="42" y="12780"/>
                </a:cubicBezTo>
                <a:cubicBezTo>
                  <a:pt x="7095" y="13457"/>
                  <a:pt x="7628" y="14215"/>
                  <a:pt x="8038" y="25452"/>
                </a:cubicBezTo>
                <a:cubicBezTo>
                  <a:pt x="8048" y="25482"/>
                  <a:pt x="8069" y="25498"/>
                  <a:pt x="8087" y="25498"/>
                </a:cubicBezTo>
                <a:cubicBezTo>
                  <a:pt x="8105" y="25498"/>
                  <a:pt x="8120" y="25482"/>
                  <a:pt x="8120" y="25452"/>
                </a:cubicBezTo>
                <a:cubicBezTo>
                  <a:pt x="8530" y="14215"/>
                  <a:pt x="9084" y="13457"/>
                  <a:pt x="16138" y="12780"/>
                </a:cubicBezTo>
                <a:cubicBezTo>
                  <a:pt x="16179" y="12780"/>
                  <a:pt x="16179" y="12718"/>
                  <a:pt x="16138" y="12718"/>
                </a:cubicBezTo>
                <a:cubicBezTo>
                  <a:pt x="9084" y="12042"/>
                  <a:pt x="8530" y="11283"/>
                  <a:pt x="8120" y="47"/>
                </a:cubicBezTo>
                <a:cubicBezTo>
                  <a:pt x="8120" y="16"/>
                  <a:pt x="8105" y="1"/>
                  <a:pt x="808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36"/>
          <p:cNvSpPr/>
          <p:nvPr/>
        </p:nvSpPr>
        <p:spPr>
          <a:xfrm>
            <a:off x="8310860" y="397213"/>
            <a:ext cx="324632" cy="511681"/>
          </a:xfrm>
          <a:custGeom>
            <a:avLst/>
            <a:gdLst/>
            <a:ahLst/>
            <a:cxnLst/>
            <a:rect l="l" t="t" r="r" b="b"/>
            <a:pathLst>
              <a:path w="16179" h="25498" extrusionOk="0">
                <a:moveTo>
                  <a:pt x="8087" y="1"/>
                </a:moveTo>
                <a:cubicBezTo>
                  <a:pt x="8069" y="1"/>
                  <a:pt x="8048" y="16"/>
                  <a:pt x="8038" y="47"/>
                </a:cubicBezTo>
                <a:cubicBezTo>
                  <a:pt x="7628" y="11283"/>
                  <a:pt x="7095" y="12042"/>
                  <a:pt x="42" y="12718"/>
                </a:cubicBezTo>
                <a:cubicBezTo>
                  <a:pt x="1" y="12718"/>
                  <a:pt x="1" y="12780"/>
                  <a:pt x="42" y="12780"/>
                </a:cubicBezTo>
                <a:cubicBezTo>
                  <a:pt x="7095" y="13457"/>
                  <a:pt x="7628" y="14215"/>
                  <a:pt x="8038" y="25452"/>
                </a:cubicBezTo>
                <a:cubicBezTo>
                  <a:pt x="8048" y="25482"/>
                  <a:pt x="8069" y="25498"/>
                  <a:pt x="8087" y="25498"/>
                </a:cubicBezTo>
                <a:cubicBezTo>
                  <a:pt x="8105" y="25498"/>
                  <a:pt x="8120" y="25482"/>
                  <a:pt x="8120" y="25452"/>
                </a:cubicBezTo>
                <a:cubicBezTo>
                  <a:pt x="8530" y="14215"/>
                  <a:pt x="9084" y="13457"/>
                  <a:pt x="16138" y="12780"/>
                </a:cubicBezTo>
                <a:cubicBezTo>
                  <a:pt x="16179" y="12780"/>
                  <a:pt x="16179" y="12718"/>
                  <a:pt x="16138" y="12718"/>
                </a:cubicBezTo>
                <a:cubicBezTo>
                  <a:pt x="9084" y="12042"/>
                  <a:pt x="8530" y="11283"/>
                  <a:pt x="8120" y="47"/>
                </a:cubicBezTo>
                <a:cubicBezTo>
                  <a:pt x="8120" y="16"/>
                  <a:pt x="8105" y="1"/>
                  <a:pt x="808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27450"/>
            <a:ext cx="77175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8" r:id="rId6"/>
    <p:sldLayoutId id="2147483659" r:id="rId7"/>
    <p:sldLayoutId id="2147483662" r:id="rId8"/>
    <p:sldLayoutId id="2147483670" r:id="rId9"/>
    <p:sldLayoutId id="2147483671" r:id="rId10"/>
    <p:sldLayoutId id="2147483681" r:id="rId11"/>
    <p:sldLayoutId id="214748368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Small+and+Medium-sized+Enterprise&amp;sca_esv=51702c3117fec3ae&amp;sxsrf=AE3TifNeAYYiexQn7WaXFfkJl8C_vfXC4Q%3A1767771442560&amp;ei=Mg1eaaL9IcGQseMPzYPhGQ&amp;oq=defination+&amp;gs_lp=Egxnd3Mtd2l6LXNlcnAaAhgCIgtkZWZpbmF0aW9uICoCCAQyCxAAGIAEGJECGIoFMgsQABiABBiRAhiKBTILEAAYgAQYkQIYigUyCxAAGIAEGJECGIoFMgsQABiABBiRAhiKBTIJEAAYgAQYChgLMg8QABiABBixAxiDARgKGAsyDxAAGIAEGLEDGIMBGAoYCzIJEAAYgAQYChgLMgkQABiABBgKGAtInk1QmQxY9S1wBHgAkAEAmAG6AaAB2A2qAQQwLjEyuAEByAEA-AEBmAIQoAKaD6gCEMICDhAAGIAEGLADGIYDGIoFwgILEAAYgAQYsAMYogTCAggQABiwAxjvBcICBxAjGCcY6gLCAg0QIxjwBRgnGMkCGOoCwgIXEAAYgAQYkQIYtAIY5wYYigUY6gLYAQHCAgoQABiABBhDGIoFwgIOEC4YgAQYsQMY0QMYxwHCAggQABiABBixA8ICCxAAGIAEGLEDGIMBwgIOEAAYgAQYsQMYgwEYigXCAggQLhiABBixA8ICDRAAGIAEGLEDGEMYigXCAg8QABiABBhDGIoFGEYY-QHCAikQABiABBhDGIoFGEYY-QEYlwUYjAUY3QQYRhj5ARj0Axj1Axj2A9gBAcICDBAAGIAEGLEDGAoYC8ICDBAAGIAEGAoYCxiLA5gDDvEFXm6AWq3JngiIBgGQBga6BgYIARABGAGSBwY0LjExLjGgB_RgsgcGMC4xMS4xuAfzDsIHCjItMTIuMy4wLjHIB6QBgAgA&amp;sclient=gws-wiz-serp&amp;ved=2ahUKEwj418Pq9_iRAxWSSmwGHZenIXwQgK4QegYIAQgAEAQ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0"/>
          <p:cNvSpPr/>
          <p:nvPr/>
        </p:nvSpPr>
        <p:spPr>
          <a:xfrm>
            <a:off x="483853" y="2754159"/>
            <a:ext cx="4042025" cy="1280008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7" name="Google Shape;597;p40"/>
          <p:cNvSpPr txBox="1">
            <a:spLocks noGrp="1"/>
          </p:cNvSpPr>
          <p:nvPr>
            <p:ph type="ctrTitle"/>
          </p:nvPr>
        </p:nvSpPr>
        <p:spPr>
          <a:xfrm>
            <a:off x="405375" y="596575"/>
            <a:ext cx="4702345" cy="24800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 &amp; Medium Enterprise Management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8" name="Google Shape;598;p40"/>
          <p:cNvSpPr txBox="1">
            <a:spLocks noGrp="1"/>
          </p:cNvSpPr>
          <p:nvPr>
            <p:ph type="subTitle" idx="1"/>
          </p:nvPr>
        </p:nvSpPr>
        <p:spPr>
          <a:xfrm>
            <a:off x="877174" y="2825068"/>
            <a:ext cx="3412642" cy="599504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Natasha Shikder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Administration,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Sonargaon University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99" name="Google Shape;599;p40"/>
          <p:cNvGrpSpPr/>
          <p:nvPr/>
        </p:nvGrpSpPr>
        <p:grpSpPr>
          <a:xfrm>
            <a:off x="5109651" y="1058117"/>
            <a:ext cx="3245060" cy="3045510"/>
            <a:chOff x="5109651" y="1058117"/>
            <a:chExt cx="3245060" cy="3045510"/>
          </a:xfrm>
        </p:grpSpPr>
        <p:sp>
          <p:nvSpPr>
            <p:cNvPr id="600" name="Google Shape;600;p40"/>
            <p:cNvSpPr/>
            <p:nvPr/>
          </p:nvSpPr>
          <p:spPr>
            <a:xfrm>
              <a:off x="5109651" y="3406926"/>
              <a:ext cx="136165" cy="679328"/>
            </a:xfrm>
            <a:custGeom>
              <a:avLst/>
              <a:gdLst/>
              <a:ahLst/>
              <a:cxnLst/>
              <a:rect l="l" t="t" r="r" b="b"/>
              <a:pathLst>
                <a:path w="1387" h="6919" extrusionOk="0">
                  <a:moveTo>
                    <a:pt x="1386" y="1"/>
                  </a:moveTo>
                  <a:lnTo>
                    <a:pt x="1032" y="41"/>
                  </a:lnTo>
                  <a:lnTo>
                    <a:pt x="1" y="6887"/>
                  </a:lnTo>
                  <a:lnTo>
                    <a:pt x="388" y="6919"/>
                  </a:lnTo>
                  <a:lnTo>
                    <a:pt x="13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1" name="Google Shape;601;p40"/>
            <p:cNvSpPr/>
            <p:nvPr/>
          </p:nvSpPr>
          <p:spPr>
            <a:xfrm>
              <a:off x="5599314" y="1058117"/>
              <a:ext cx="1831485" cy="9405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2" name="Google Shape;602;p40"/>
            <p:cNvSpPr/>
            <p:nvPr/>
          </p:nvSpPr>
          <p:spPr>
            <a:xfrm>
              <a:off x="5405428" y="3034912"/>
              <a:ext cx="2264700" cy="1037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3" name="Google Shape;603;p40"/>
            <p:cNvSpPr/>
            <p:nvPr/>
          </p:nvSpPr>
          <p:spPr>
            <a:xfrm>
              <a:off x="6574069" y="2559324"/>
              <a:ext cx="638907" cy="559840"/>
            </a:xfrm>
            <a:custGeom>
              <a:avLst/>
              <a:gdLst/>
              <a:ahLst/>
              <a:cxnLst/>
              <a:rect l="l" t="t" r="r" b="b"/>
              <a:pathLst>
                <a:path w="6508" h="5702" extrusionOk="0">
                  <a:moveTo>
                    <a:pt x="2889" y="0"/>
                  </a:moveTo>
                  <a:cubicBezTo>
                    <a:pt x="2662" y="0"/>
                    <a:pt x="2500" y="90"/>
                    <a:pt x="2408" y="177"/>
                  </a:cubicBezTo>
                  <a:cubicBezTo>
                    <a:pt x="2416" y="620"/>
                    <a:pt x="1152" y="773"/>
                    <a:pt x="588" y="2223"/>
                  </a:cubicBezTo>
                  <a:cubicBezTo>
                    <a:pt x="24" y="3664"/>
                    <a:pt x="0" y="5372"/>
                    <a:pt x="0" y="5372"/>
                  </a:cubicBezTo>
                  <a:lnTo>
                    <a:pt x="6508" y="5702"/>
                  </a:lnTo>
                  <a:cubicBezTo>
                    <a:pt x="6508" y="5702"/>
                    <a:pt x="6153" y="3205"/>
                    <a:pt x="5573" y="2231"/>
                  </a:cubicBezTo>
                  <a:cubicBezTo>
                    <a:pt x="5002" y="1264"/>
                    <a:pt x="3777" y="910"/>
                    <a:pt x="3600" y="250"/>
                  </a:cubicBezTo>
                  <a:cubicBezTo>
                    <a:pt x="3319" y="65"/>
                    <a:pt x="3081" y="0"/>
                    <a:pt x="2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" name="Google Shape;604;p40"/>
            <p:cNvSpPr/>
            <p:nvPr/>
          </p:nvSpPr>
          <p:spPr>
            <a:xfrm>
              <a:off x="6699729" y="2844738"/>
              <a:ext cx="8050" cy="195384"/>
            </a:xfrm>
            <a:custGeom>
              <a:avLst/>
              <a:gdLst/>
              <a:ahLst/>
              <a:cxnLst/>
              <a:rect l="l" t="t" r="r" b="b"/>
              <a:pathLst>
                <a:path w="82" h="1990" fill="none" extrusionOk="0">
                  <a:moveTo>
                    <a:pt x="81" y="0"/>
                  </a:moveTo>
                  <a:cubicBezTo>
                    <a:pt x="57" y="540"/>
                    <a:pt x="81" y="1079"/>
                    <a:pt x="65" y="1627"/>
                  </a:cubicBezTo>
                  <a:cubicBezTo>
                    <a:pt x="57" y="1684"/>
                    <a:pt x="65" y="1740"/>
                    <a:pt x="57" y="1796"/>
                  </a:cubicBezTo>
                  <a:cubicBezTo>
                    <a:pt x="49" y="1837"/>
                    <a:pt x="33" y="1877"/>
                    <a:pt x="25" y="1917"/>
                  </a:cubicBezTo>
                  <a:cubicBezTo>
                    <a:pt x="17" y="1957"/>
                    <a:pt x="1" y="1990"/>
                    <a:pt x="17" y="1982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5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5" name="Google Shape;605;p40"/>
            <p:cNvSpPr/>
            <p:nvPr/>
          </p:nvSpPr>
          <p:spPr>
            <a:xfrm>
              <a:off x="7030273" y="2838356"/>
              <a:ext cx="34066" cy="185173"/>
            </a:xfrm>
            <a:custGeom>
              <a:avLst/>
              <a:gdLst/>
              <a:ahLst/>
              <a:cxnLst/>
              <a:rect l="l" t="t" r="r" b="b"/>
              <a:pathLst>
                <a:path w="347" h="1886" fill="none" extrusionOk="0">
                  <a:moveTo>
                    <a:pt x="0" y="1"/>
                  </a:moveTo>
                  <a:cubicBezTo>
                    <a:pt x="41" y="283"/>
                    <a:pt x="73" y="548"/>
                    <a:pt x="161" y="830"/>
                  </a:cubicBezTo>
                  <a:cubicBezTo>
                    <a:pt x="274" y="1169"/>
                    <a:pt x="274" y="1531"/>
                    <a:pt x="347" y="1885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5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6" name="Google Shape;606;p40"/>
            <p:cNvSpPr/>
            <p:nvPr/>
          </p:nvSpPr>
          <p:spPr>
            <a:xfrm>
              <a:off x="5210866" y="3406926"/>
              <a:ext cx="83152" cy="670688"/>
            </a:xfrm>
            <a:custGeom>
              <a:avLst/>
              <a:gdLst/>
              <a:ahLst/>
              <a:cxnLst/>
              <a:rect l="l" t="t" r="r" b="b"/>
              <a:pathLst>
                <a:path w="847" h="6831" extrusionOk="0">
                  <a:moveTo>
                    <a:pt x="355" y="1"/>
                  </a:moveTo>
                  <a:lnTo>
                    <a:pt x="1" y="41"/>
                  </a:lnTo>
                  <a:lnTo>
                    <a:pt x="468" y="6830"/>
                  </a:lnTo>
                  <a:lnTo>
                    <a:pt x="846" y="6814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7" name="Google Shape;607;p40"/>
            <p:cNvSpPr/>
            <p:nvPr/>
          </p:nvSpPr>
          <p:spPr>
            <a:xfrm>
              <a:off x="5629961" y="3408497"/>
              <a:ext cx="108382" cy="674616"/>
            </a:xfrm>
            <a:custGeom>
              <a:avLst/>
              <a:gdLst/>
              <a:ahLst/>
              <a:cxnLst/>
              <a:rect l="l" t="t" r="r" b="b"/>
              <a:pathLst>
                <a:path w="1104" h="6871" extrusionOk="0">
                  <a:moveTo>
                    <a:pt x="331" y="1"/>
                  </a:moveTo>
                  <a:lnTo>
                    <a:pt x="0" y="25"/>
                  </a:lnTo>
                  <a:lnTo>
                    <a:pt x="701" y="6871"/>
                  </a:lnTo>
                  <a:lnTo>
                    <a:pt x="1104" y="6830"/>
                  </a:lnTo>
                  <a:lnTo>
                    <a:pt x="3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8" name="Google Shape;608;p40"/>
            <p:cNvSpPr/>
            <p:nvPr/>
          </p:nvSpPr>
          <p:spPr>
            <a:xfrm>
              <a:off x="5629961" y="3408497"/>
              <a:ext cx="108382" cy="674616"/>
            </a:xfrm>
            <a:custGeom>
              <a:avLst/>
              <a:gdLst/>
              <a:ahLst/>
              <a:cxnLst/>
              <a:rect l="l" t="t" r="r" b="b"/>
              <a:pathLst>
                <a:path w="1104" h="6871" extrusionOk="0">
                  <a:moveTo>
                    <a:pt x="331" y="1"/>
                  </a:moveTo>
                  <a:lnTo>
                    <a:pt x="0" y="25"/>
                  </a:lnTo>
                  <a:lnTo>
                    <a:pt x="701" y="6871"/>
                  </a:lnTo>
                  <a:lnTo>
                    <a:pt x="1104" y="6830"/>
                  </a:lnTo>
                  <a:lnTo>
                    <a:pt x="331" y="1"/>
                  </a:lnTo>
                  <a:close/>
                </a:path>
              </a:pathLst>
            </a:custGeom>
            <a:solidFill>
              <a:srgbClr val="2B303A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9" name="Google Shape;609;p40"/>
            <p:cNvSpPr/>
            <p:nvPr/>
          </p:nvSpPr>
          <p:spPr>
            <a:xfrm>
              <a:off x="5210866" y="3406926"/>
              <a:ext cx="83152" cy="670688"/>
            </a:xfrm>
            <a:custGeom>
              <a:avLst/>
              <a:gdLst/>
              <a:ahLst/>
              <a:cxnLst/>
              <a:rect l="l" t="t" r="r" b="b"/>
              <a:pathLst>
                <a:path w="847" h="6831" extrusionOk="0">
                  <a:moveTo>
                    <a:pt x="355" y="1"/>
                  </a:moveTo>
                  <a:lnTo>
                    <a:pt x="1" y="41"/>
                  </a:lnTo>
                  <a:lnTo>
                    <a:pt x="468" y="6830"/>
                  </a:lnTo>
                  <a:lnTo>
                    <a:pt x="846" y="6814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rgbClr val="2B303A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0" name="Google Shape;610;p40"/>
            <p:cNvSpPr/>
            <p:nvPr/>
          </p:nvSpPr>
          <p:spPr>
            <a:xfrm>
              <a:off x="7489618" y="1793016"/>
              <a:ext cx="75986" cy="1190960"/>
            </a:xfrm>
            <a:custGeom>
              <a:avLst/>
              <a:gdLst/>
              <a:ahLst/>
              <a:cxnLst/>
              <a:rect l="l" t="t" r="r" b="b"/>
              <a:pathLst>
                <a:path w="774" h="12130" fill="none" extrusionOk="0">
                  <a:moveTo>
                    <a:pt x="774" y="12130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rgbClr val="2B303A"/>
              </a:solidFill>
              <a:prstDash val="solid"/>
              <a:miter lim="805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1" name="Google Shape;611;p40"/>
            <p:cNvSpPr/>
            <p:nvPr/>
          </p:nvSpPr>
          <p:spPr>
            <a:xfrm>
              <a:off x="5461588" y="1811180"/>
              <a:ext cx="62536" cy="1179964"/>
            </a:xfrm>
            <a:custGeom>
              <a:avLst/>
              <a:gdLst/>
              <a:ahLst/>
              <a:cxnLst/>
              <a:rect l="l" t="t" r="r" b="b"/>
              <a:pathLst>
                <a:path w="637" h="12018" fill="none" extrusionOk="0">
                  <a:moveTo>
                    <a:pt x="637" y="1"/>
                  </a:moveTo>
                  <a:lnTo>
                    <a:pt x="0" y="12017"/>
                  </a:lnTo>
                </a:path>
              </a:pathLst>
            </a:custGeom>
            <a:noFill/>
            <a:ln w="19050" cap="flat" cmpd="sng">
              <a:solidFill>
                <a:srgbClr val="2B303A"/>
              </a:solidFill>
              <a:prstDash val="solid"/>
              <a:miter lim="805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2" name="Google Shape;612;p40"/>
            <p:cNvSpPr/>
            <p:nvPr/>
          </p:nvSpPr>
          <p:spPr>
            <a:xfrm>
              <a:off x="5442641" y="1650751"/>
              <a:ext cx="2157833" cy="371721"/>
            </a:xfrm>
            <a:custGeom>
              <a:avLst/>
              <a:gdLst/>
              <a:ahLst/>
              <a:cxnLst/>
              <a:rect l="l" t="t" r="r" b="b"/>
              <a:pathLst>
                <a:path w="21980" h="3786" extrusionOk="0">
                  <a:moveTo>
                    <a:pt x="14698" y="8"/>
                  </a:moveTo>
                  <a:lnTo>
                    <a:pt x="14706" y="145"/>
                  </a:lnTo>
                  <a:lnTo>
                    <a:pt x="14731" y="145"/>
                  </a:lnTo>
                  <a:lnTo>
                    <a:pt x="14698" y="8"/>
                  </a:lnTo>
                  <a:close/>
                  <a:moveTo>
                    <a:pt x="11211" y="153"/>
                  </a:moveTo>
                  <a:lnTo>
                    <a:pt x="11195" y="226"/>
                  </a:lnTo>
                  <a:lnTo>
                    <a:pt x="11211" y="226"/>
                  </a:lnTo>
                  <a:lnTo>
                    <a:pt x="11211" y="153"/>
                  </a:lnTo>
                  <a:close/>
                  <a:moveTo>
                    <a:pt x="7265" y="274"/>
                  </a:moveTo>
                  <a:lnTo>
                    <a:pt x="7265" y="314"/>
                  </a:lnTo>
                  <a:lnTo>
                    <a:pt x="7273" y="314"/>
                  </a:lnTo>
                  <a:lnTo>
                    <a:pt x="7265" y="274"/>
                  </a:lnTo>
                  <a:close/>
                  <a:moveTo>
                    <a:pt x="3004" y="282"/>
                  </a:moveTo>
                  <a:lnTo>
                    <a:pt x="3012" y="419"/>
                  </a:lnTo>
                  <a:lnTo>
                    <a:pt x="3020" y="419"/>
                  </a:lnTo>
                  <a:lnTo>
                    <a:pt x="3004" y="282"/>
                  </a:lnTo>
                  <a:close/>
                  <a:moveTo>
                    <a:pt x="3004" y="419"/>
                  </a:moveTo>
                  <a:lnTo>
                    <a:pt x="49" y="483"/>
                  </a:lnTo>
                  <a:lnTo>
                    <a:pt x="24" y="1957"/>
                  </a:lnTo>
                  <a:cubicBezTo>
                    <a:pt x="0" y="2803"/>
                    <a:pt x="677" y="3495"/>
                    <a:pt x="1522" y="3511"/>
                  </a:cubicBezTo>
                  <a:cubicBezTo>
                    <a:pt x="1532" y="3512"/>
                    <a:pt x="1541" y="3512"/>
                    <a:pt x="1551" y="3512"/>
                  </a:cubicBezTo>
                  <a:cubicBezTo>
                    <a:pt x="2416" y="3512"/>
                    <a:pt x="3109" y="2793"/>
                    <a:pt x="3069" y="1925"/>
                  </a:cubicBezTo>
                  <a:lnTo>
                    <a:pt x="3004" y="419"/>
                  </a:lnTo>
                  <a:close/>
                  <a:moveTo>
                    <a:pt x="11195" y="226"/>
                  </a:moveTo>
                  <a:lnTo>
                    <a:pt x="7273" y="314"/>
                  </a:lnTo>
                  <a:lnTo>
                    <a:pt x="7442" y="1989"/>
                  </a:lnTo>
                  <a:cubicBezTo>
                    <a:pt x="7536" y="2871"/>
                    <a:pt x="8277" y="3537"/>
                    <a:pt x="9152" y="3537"/>
                  </a:cubicBezTo>
                  <a:cubicBezTo>
                    <a:pt x="9173" y="3537"/>
                    <a:pt x="9193" y="3536"/>
                    <a:pt x="9214" y="3536"/>
                  </a:cubicBezTo>
                  <a:cubicBezTo>
                    <a:pt x="10027" y="3511"/>
                    <a:pt x="10712" y="2924"/>
                    <a:pt x="10857" y="2118"/>
                  </a:cubicBezTo>
                  <a:lnTo>
                    <a:pt x="11195" y="226"/>
                  </a:lnTo>
                  <a:close/>
                  <a:moveTo>
                    <a:pt x="7265" y="314"/>
                  </a:moveTo>
                  <a:lnTo>
                    <a:pt x="3020" y="419"/>
                  </a:lnTo>
                  <a:lnTo>
                    <a:pt x="3214" y="1901"/>
                  </a:lnTo>
                  <a:cubicBezTo>
                    <a:pt x="3348" y="2887"/>
                    <a:pt x="4192" y="3625"/>
                    <a:pt x="5188" y="3625"/>
                  </a:cubicBezTo>
                  <a:cubicBezTo>
                    <a:pt x="5209" y="3625"/>
                    <a:pt x="5230" y="3625"/>
                    <a:pt x="5251" y="3624"/>
                  </a:cubicBezTo>
                  <a:cubicBezTo>
                    <a:pt x="6282" y="3592"/>
                    <a:pt x="7112" y="2787"/>
                    <a:pt x="7176" y="1756"/>
                  </a:cubicBezTo>
                  <a:lnTo>
                    <a:pt x="7265" y="314"/>
                  </a:lnTo>
                  <a:close/>
                  <a:moveTo>
                    <a:pt x="14706" y="145"/>
                  </a:moveTo>
                  <a:lnTo>
                    <a:pt x="11211" y="226"/>
                  </a:lnTo>
                  <a:lnTo>
                    <a:pt x="11251" y="1957"/>
                  </a:lnTo>
                  <a:cubicBezTo>
                    <a:pt x="11276" y="2899"/>
                    <a:pt x="12033" y="3656"/>
                    <a:pt x="12975" y="3689"/>
                  </a:cubicBezTo>
                  <a:cubicBezTo>
                    <a:pt x="12989" y="3689"/>
                    <a:pt x="13003" y="3689"/>
                    <a:pt x="13017" y="3689"/>
                  </a:cubicBezTo>
                  <a:cubicBezTo>
                    <a:pt x="14029" y="3689"/>
                    <a:pt x="14843" y="2837"/>
                    <a:pt x="14787" y="1828"/>
                  </a:cubicBezTo>
                  <a:lnTo>
                    <a:pt x="14706" y="145"/>
                  </a:lnTo>
                  <a:close/>
                  <a:moveTo>
                    <a:pt x="20997" y="0"/>
                  </a:moveTo>
                  <a:lnTo>
                    <a:pt x="14731" y="145"/>
                  </a:lnTo>
                  <a:lnTo>
                    <a:pt x="15222" y="2344"/>
                  </a:lnTo>
                  <a:cubicBezTo>
                    <a:pt x="15416" y="3189"/>
                    <a:pt x="16162" y="3780"/>
                    <a:pt x="17022" y="3780"/>
                  </a:cubicBezTo>
                  <a:cubicBezTo>
                    <a:pt x="17055" y="3780"/>
                    <a:pt x="17089" y="3779"/>
                    <a:pt x="17123" y="3777"/>
                  </a:cubicBezTo>
                  <a:cubicBezTo>
                    <a:pt x="18226" y="3721"/>
                    <a:pt x="19031" y="2714"/>
                    <a:pt x="18846" y="1627"/>
                  </a:cubicBezTo>
                  <a:lnTo>
                    <a:pt x="18580" y="73"/>
                  </a:lnTo>
                  <a:lnTo>
                    <a:pt x="19418" y="2915"/>
                  </a:lnTo>
                  <a:cubicBezTo>
                    <a:pt x="19569" y="3433"/>
                    <a:pt x="20036" y="3785"/>
                    <a:pt x="20576" y="3785"/>
                  </a:cubicBezTo>
                  <a:cubicBezTo>
                    <a:pt x="20582" y="3785"/>
                    <a:pt x="20588" y="3785"/>
                    <a:pt x="20594" y="3785"/>
                  </a:cubicBezTo>
                  <a:cubicBezTo>
                    <a:pt x="21407" y="3777"/>
                    <a:pt x="21979" y="2980"/>
                    <a:pt x="21721" y="2199"/>
                  </a:cubicBezTo>
                  <a:lnTo>
                    <a:pt x="20997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3" name="Google Shape;613;p40"/>
            <p:cNvSpPr/>
            <p:nvPr/>
          </p:nvSpPr>
          <p:spPr>
            <a:xfrm>
              <a:off x="6708466" y="2644644"/>
              <a:ext cx="303746" cy="362590"/>
            </a:xfrm>
            <a:custGeom>
              <a:avLst/>
              <a:gdLst/>
              <a:ahLst/>
              <a:cxnLst/>
              <a:rect l="l" t="t" r="r" b="b"/>
              <a:pathLst>
                <a:path w="3094" h="3693" extrusionOk="0">
                  <a:moveTo>
                    <a:pt x="250" y="1"/>
                  </a:moveTo>
                  <a:cubicBezTo>
                    <a:pt x="81" y="65"/>
                    <a:pt x="0" y="162"/>
                    <a:pt x="0" y="162"/>
                  </a:cubicBezTo>
                  <a:cubicBezTo>
                    <a:pt x="194" y="1080"/>
                    <a:pt x="81" y="3343"/>
                    <a:pt x="81" y="3343"/>
                  </a:cubicBezTo>
                  <a:cubicBezTo>
                    <a:pt x="81" y="3343"/>
                    <a:pt x="1407" y="3692"/>
                    <a:pt x="2219" y="3692"/>
                  </a:cubicBezTo>
                  <a:cubicBezTo>
                    <a:pt x="2571" y="3692"/>
                    <a:pt x="2826" y="3627"/>
                    <a:pt x="2835" y="3440"/>
                  </a:cubicBezTo>
                  <a:cubicBezTo>
                    <a:pt x="2868" y="2811"/>
                    <a:pt x="3061" y="661"/>
                    <a:pt x="3093" y="218"/>
                  </a:cubicBezTo>
                  <a:cubicBezTo>
                    <a:pt x="3093" y="218"/>
                    <a:pt x="2916" y="65"/>
                    <a:pt x="2803" y="33"/>
                  </a:cubicBezTo>
                  <a:cubicBezTo>
                    <a:pt x="2771" y="121"/>
                    <a:pt x="2545" y="1458"/>
                    <a:pt x="2328" y="2054"/>
                  </a:cubicBezTo>
                  <a:cubicBezTo>
                    <a:pt x="2328" y="2054"/>
                    <a:pt x="862" y="1998"/>
                    <a:pt x="532" y="1917"/>
                  </a:cubicBezTo>
                  <a:cubicBezTo>
                    <a:pt x="492" y="1466"/>
                    <a:pt x="355" y="250"/>
                    <a:pt x="2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" name="Google Shape;614;p40"/>
            <p:cNvSpPr/>
            <p:nvPr/>
          </p:nvSpPr>
          <p:spPr>
            <a:xfrm>
              <a:off x="6810467" y="2392219"/>
              <a:ext cx="121439" cy="209326"/>
            </a:xfrm>
            <a:custGeom>
              <a:avLst/>
              <a:gdLst/>
              <a:ahLst/>
              <a:cxnLst/>
              <a:rect l="l" t="t" r="r" b="b"/>
              <a:pathLst>
                <a:path w="1237" h="2132" extrusionOk="0">
                  <a:moveTo>
                    <a:pt x="893" y="1"/>
                  </a:moveTo>
                  <a:cubicBezTo>
                    <a:pt x="613" y="1"/>
                    <a:pt x="236" y="276"/>
                    <a:pt x="113" y="518"/>
                  </a:cubicBezTo>
                  <a:cubicBezTo>
                    <a:pt x="113" y="615"/>
                    <a:pt x="121" y="800"/>
                    <a:pt x="113" y="1025"/>
                  </a:cubicBezTo>
                  <a:cubicBezTo>
                    <a:pt x="113" y="1178"/>
                    <a:pt x="105" y="1339"/>
                    <a:pt x="81" y="1500"/>
                  </a:cubicBezTo>
                  <a:cubicBezTo>
                    <a:pt x="57" y="1629"/>
                    <a:pt x="33" y="1758"/>
                    <a:pt x="0" y="1879"/>
                  </a:cubicBezTo>
                  <a:cubicBezTo>
                    <a:pt x="65" y="1999"/>
                    <a:pt x="407" y="2132"/>
                    <a:pt x="721" y="2132"/>
                  </a:cubicBezTo>
                  <a:cubicBezTo>
                    <a:pt x="912" y="2132"/>
                    <a:pt x="1092" y="2083"/>
                    <a:pt x="1192" y="1952"/>
                  </a:cubicBezTo>
                  <a:cubicBezTo>
                    <a:pt x="1144" y="1541"/>
                    <a:pt x="1160" y="1428"/>
                    <a:pt x="1216" y="510"/>
                  </a:cubicBezTo>
                  <a:cubicBezTo>
                    <a:pt x="1236" y="135"/>
                    <a:pt x="1089" y="1"/>
                    <a:pt x="893" y="1"/>
                  </a:cubicBezTo>
                  <a:close/>
                </a:path>
              </a:pathLst>
            </a:custGeom>
            <a:solidFill>
              <a:srgbClr val="F8D2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5" name="Google Shape;615;p40"/>
            <p:cNvSpPr/>
            <p:nvPr/>
          </p:nvSpPr>
          <p:spPr>
            <a:xfrm>
              <a:off x="6818320" y="2444255"/>
              <a:ext cx="98173" cy="95336"/>
            </a:xfrm>
            <a:custGeom>
              <a:avLst/>
              <a:gdLst/>
              <a:ahLst/>
              <a:cxnLst/>
              <a:rect l="l" t="t" r="r" b="b"/>
              <a:pathLst>
                <a:path w="1000" h="971" extrusionOk="0">
                  <a:moveTo>
                    <a:pt x="931" y="1"/>
                  </a:moveTo>
                  <a:cubicBezTo>
                    <a:pt x="846" y="1"/>
                    <a:pt x="647" y="185"/>
                    <a:pt x="605" y="213"/>
                  </a:cubicBezTo>
                  <a:cubicBezTo>
                    <a:pt x="420" y="318"/>
                    <a:pt x="234" y="423"/>
                    <a:pt x="33" y="495"/>
                  </a:cubicBezTo>
                  <a:cubicBezTo>
                    <a:pt x="33" y="648"/>
                    <a:pt x="25" y="809"/>
                    <a:pt x="1" y="970"/>
                  </a:cubicBezTo>
                  <a:cubicBezTo>
                    <a:pt x="122" y="962"/>
                    <a:pt x="242" y="914"/>
                    <a:pt x="355" y="874"/>
                  </a:cubicBezTo>
                  <a:cubicBezTo>
                    <a:pt x="524" y="817"/>
                    <a:pt x="693" y="745"/>
                    <a:pt x="798" y="584"/>
                  </a:cubicBezTo>
                  <a:cubicBezTo>
                    <a:pt x="871" y="487"/>
                    <a:pt x="919" y="375"/>
                    <a:pt x="943" y="262"/>
                  </a:cubicBezTo>
                  <a:cubicBezTo>
                    <a:pt x="959" y="205"/>
                    <a:pt x="1000" y="52"/>
                    <a:pt x="959" y="12"/>
                  </a:cubicBezTo>
                  <a:cubicBezTo>
                    <a:pt x="952" y="4"/>
                    <a:pt x="943" y="1"/>
                    <a:pt x="931" y="1"/>
                  </a:cubicBezTo>
                  <a:close/>
                </a:path>
              </a:pathLst>
            </a:custGeom>
            <a:solidFill>
              <a:srgbClr val="F8C6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6" name="Google Shape;616;p40"/>
            <p:cNvSpPr/>
            <p:nvPr/>
          </p:nvSpPr>
          <p:spPr>
            <a:xfrm>
              <a:off x="6721229" y="2274204"/>
              <a:ext cx="218238" cy="244869"/>
            </a:xfrm>
            <a:custGeom>
              <a:avLst/>
              <a:gdLst/>
              <a:ahLst/>
              <a:cxnLst/>
              <a:rect l="l" t="t" r="r" b="b"/>
              <a:pathLst>
                <a:path w="2223" h="2494" extrusionOk="0">
                  <a:moveTo>
                    <a:pt x="1152" y="0"/>
                  </a:moveTo>
                  <a:cubicBezTo>
                    <a:pt x="672" y="0"/>
                    <a:pt x="193" y="214"/>
                    <a:pt x="176" y="641"/>
                  </a:cubicBezTo>
                  <a:cubicBezTo>
                    <a:pt x="152" y="1475"/>
                    <a:pt x="0" y="2493"/>
                    <a:pt x="1098" y="2493"/>
                  </a:cubicBezTo>
                  <a:cubicBezTo>
                    <a:pt x="1102" y="2493"/>
                    <a:pt x="1106" y="2493"/>
                    <a:pt x="1111" y="2493"/>
                  </a:cubicBezTo>
                  <a:cubicBezTo>
                    <a:pt x="2222" y="2485"/>
                    <a:pt x="2182" y="1494"/>
                    <a:pt x="2134" y="641"/>
                  </a:cubicBezTo>
                  <a:cubicBezTo>
                    <a:pt x="2113" y="214"/>
                    <a:pt x="1632" y="0"/>
                    <a:pt x="1152" y="0"/>
                  </a:cubicBezTo>
                  <a:close/>
                </a:path>
              </a:pathLst>
            </a:custGeom>
            <a:solidFill>
              <a:srgbClr val="F8D2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7" name="Google Shape;617;p40"/>
            <p:cNvSpPr/>
            <p:nvPr/>
          </p:nvSpPr>
          <p:spPr>
            <a:xfrm>
              <a:off x="6679211" y="2220794"/>
              <a:ext cx="285388" cy="221501"/>
            </a:xfrm>
            <a:custGeom>
              <a:avLst/>
              <a:gdLst/>
              <a:ahLst/>
              <a:cxnLst/>
              <a:rect l="l" t="t" r="r" b="b"/>
              <a:pathLst>
                <a:path w="2907" h="2256" extrusionOk="0">
                  <a:moveTo>
                    <a:pt x="897" y="1"/>
                  </a:moveTo>
                  <a:cubicBezTo>
                    <a:pt x="758" y="1"/>
                    <a:pt x="607" y="49"/>
                    <a:pt x="435" y="154"/>
                  </a:cubicBezTo>
                  <a:cubicBezTo>
                    <a:pt x="0" y="428"/>
                    <a:pt x="186" y="1080"/>
                    <a:pt x="653" y="1169"/>
                  </a:cubicBezTo>
                  <a:cubicBezTo>
                    <a:pt x="740" y="1187"/>
                    <a:pt x="831" y="1194"/>
                    <a:pt x="924" y="1194"/>
                  </a:cubicBezTo>
                  <a:cubicBezTo>
                    <a:pt x="1295" y="1194"/>
                    <a:pt x="1697" y="1081"/>
                    <a:pt x="1982" y="1081"/>
                  </a:cubicBezTo>
                  <a:cubicBezTo>
                    <a:pt x="2078" y="1081"/>
                    <a:pt x="2160" y="1094"/>
                    <a:pt x="2223" y="1128"/>
                  </a:cubicBezTo>
                  <a:cubicBezTo>
                    <a:pt x="2227" y="1127"/>
                    <a:pt x="2230" y="1126"/>
                    <a:pt x="2233" y="1126"/>
                  </a:cubicBezTo>
                  <a:cubicBezTo>
                    <a:pt x="2302" y="1126"/>
                    <a:pt x="2391" y="1438"/>
                    <a:pt x="2478" y="1438"/>
                  </a:cubicBezTo>
                  <a:cubicBezTo>
                    <a:pt x="2493" y="1438"/>
                    <a:pt x="2507" y="1430"/>
                    <a:pt x="2521" y="1410"/>
                  </a:cubicBezTo>
                  <a:lnTo>
                    <a:pt x="2521" y="1410"/>
                  </a:lnTo>
                  <a:cubicBezTo>
                    <a:pt x="2625" y="1738"/>
                    <a:pt x="2483" y="2256"/>
                    <a:pt x="2552" y="2256"/>
                  </a:cubicBezTo>
                  <a:cubicBezTo>
                    <a:pt x="2552" y="2256"/>
                    <a:pt x="2553" y="2256"/>
                    <a:pt x="2553" y="2256"/>
                  </a:cubicBezTo>
                  <a:cubicBezTo>
                    <a:pt x="2795" y="2248"/>
                    <a:pt x="2562" y="1934"/>
                    <a:pt x="2618" y="1765"/>
                  </a:cubicBezTo>
                  <a:cubicBezTo>
                    <a:pt x="2907" y="912"/>
                    <a:pt x="2567" y="473"/>
                    <a:pt x="2343" y="473"/>
                  </a:cubicBezTo>
                  <a:cubicBezTo>
                    <a:pt x="2311" y="473"/>
                    <a:pt x="2281" y="482"/>
                    <a:pt x="2255" y="500"/>
                  </a:cubicBezTo>
                  <a:cubicBezTo>
                    <a:pt x="2245" y="412"/>
                    <a:pt x="2164" y="320"/>
                    <a:pt x="2080" y="320"/>
                  </a:cubicBezTo>
                  <a:cubicBezTo>
                    <a:pt x="2034" y="320"/>
                    <a:pt x="1987" y="348"/>
                    <a:pt x="1949" y="420"/>
                  </a:cubicBezTo>
                  <a:cubicBezTo>
                    <a:pt x="1923" y="324"/>
                    <a:pt x="1766" y="245"/>
                    <a:pt x="1634" y="245"/>
                  </a:cubicBezTo>
                  <a:cubicBezTo>
                    <a:pt x="1567" y="245"/>
                    <a:pt x="1507" y="266"/>
                    <a:pt x="1474" y="315"/>
                  </a:cubicBezTo>
                  <a:cubicBezTo>
                    <a:pt x="1294" y="115"/>
                    <a:pt x="1110" y="1"/>
                    <a:pt x="8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8" name="Google Shape;618;p40"/>
            <p:cNvSpPr/>
            <p:nvPr/>
          </p:nvSpPr>
          <p:spPr>
            <a:xfrm>
              <a:off x="6914823" y="2373172"/>
              <a:ext cx="52719" cy="57339"/>
            </a:xfrm>
            <a:custGeom>
              <a:avLst/>
              <a:gdLst/>
              <a:ahLst/>
              <a:cxnLst/>
              <a:rect l="l" t="t" r="r" b="b"/>
              <a:pathLst>
                <a:path w="537" h="584" extrusionOk="0">
                  <a:moveTo>
                    <a:pt x="237" y="0"/>
                  </a:moveTo>
                  <a:cubicBezTo>
                    <a:pt x="205" y="0"/>
                    <a:pt x="169" y="6"/>
                    <a:pt x="129" y="19"/>
                  </a:cubicBezTo>
                  <a:cubicBezTo>
                    <a:pt x="0" y="108"/>
                    <a:pt x="41" y="511"/>
                    <a:pt x="121" y="583"/>
                  </a:cubicBezTo>
                  <a:cubicBezTo>
                    <a:pt x="500" y="525"/>
                    <a:pt x="536" y="0"/>
                    <a:pt x="237" y="0"/>
                  </a:cubicBezTo>
                  <a:close/>
                </a:path>
              </a:pathLst>
            </a:custGeom>
            <a:solidFill>
              <a:srgbClr val="F8D2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9" name="Google Shape;619;p40"/>
            <p:cNvSpPr/>
            <p:nvPr/>
          </p:nvSpPr>
          <p:spPr>
            <a:xfrm>
              <a:off x="5558876" y="2647786"/>
              <a:ext cx="648430" cy="289542"/>
            </a:xfrm>
            <a:custGeom>
              <a:avLst/>
              <a:gdLst/>
              <a:ahLst/>
              <a:cxnLst/>
              <a:rect l="l" t="t" r="r" b="b"/>
              <a:pathLst>
                <a:path w="6605" h="2949" extrusionOk="0">
                  <a:moveTo>
                    <a:pt x="6202" y="1"/>
                  </a:moveTo>
                  <a:lnTo>
                    <a:pt x="137" y="65"/>
                  </a:lnTo>
                  <a:lnTo>
                    <a:pt x="0" y="2949"/>
                  </a:lnTo>
                  <a:lnTo>
                    <a:pt x="6604" y="2924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0" name="Google Shape;620;p40"/>
            <p:cNvSpPr/>
            <p:nvPr/>
          </p:nvSpPr>
          <p:spPr>
            <a:xfrm>
              <a:off x="5601286" y="2578371"/>
              <a:ext cx="84919" cy="70103"/>
            </a:xfrm>
            <a:custGeom>
              <a:avLst/>
              <a:gdLst/>
              <a:ahLst/>
              <a:cxnLst/>
              <a:rect l="l" t="t" r="r" b="b"/>
              <a:pathLst>
                <a:path w="865" h="714" extrusionOk="0">
                  <a:moveTo>
                    <a:pt x="363" y="1"/>
                  </a:moveTo>
                  <a:cubicBezTo>
                    <a:pt x="171" y="1"/>
                    <a:pt x="0" y="195"/>
                    <a:pt x="11" y="676"/>
                  </a:cubicBezTo>
                  <a:cubicBezTo>
                    <a:pt x="140" y="704"/>
                    <a:pt x="286" y="714"/>
                    <a:pt x="420" y="714"/>
                  </a:cubicBezTo>
                  <a:cubicBezTo>
                    <a:pt x="662" y="714"/>
                    <a:pt x="865" y="684"/>
                    <a:pt x="865" y="684"/>
                  </a:cubicBezTo>
                  <a:cubicBezTo>
                    <a:pt x="852" y="280"/>
                    <a:pt x="592" y="1"/>
                    <a:pt x="3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1" name="Google Shape;621;p40"/>
            <p:cNvSpPr/>
            <p:nvPr/>
          </p:nvSpPr>
          <p:spPr>
            <a:xfrm>
              <a:off x="5671086" y="2591724"/>
              <a:ext cx="49184" cy="53804"/>
            </a:xfrm>
            <a:custGeom>
              <a:avLst/>
              <a:gdLst/>
              <a:ahLst/>
              <a:cxnLst/>
              <a:rect l="l" t="t" r="r" b="b"/>
              <a:pathLst>
                <a:path w="501" h="548" fill="none" extrusionOk="0">
                  <a:moveTo>
                    <a:pt x="1" y="145"/>
                  </a:moveTo>
                  <a:cubicBezTo>
                    <a:pt x="500" y="0"/>
                    <a:pt x="411" y="548"/>
                    <a:pt x="97" y="499"/>
                  </a:cubicBez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805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2" name="Google Shape;622;p40"/>
            <p:cNvSpPr/>
            <p:nvPr/>
          </p:nvSpPr>
          <p:spPr>
            <a:xfrm>
              <a:off x="5726161" y="2578371"/>
              <a:ext cx="85017" cy="70103"/>
            </a:xfrm>
            <a:custGeom>
              <a:avLst/>
              <a:gdLst/>
              <a:ahLst/>
              <a:cxnLst/>
              <a:rect l="l" t="t" r="r" b="b"/>
              <a:pathLst>
                <a:path w="866" h="714" extrusionOk="0">
                  <a:moveTo>
                    <a:pt x="363" y="1"/>
                  </a:moveTo>
                  <a:cubicBezTo>
                    <a:pt x="171" y="1"/>
                    <a:pt x="1" y="195"/>
                    <a:pt x="12" y="676"/>
                  </a:cubicBezTo>
                  <a:cubicBezTo>
                    <a:pt x="141" y="704"/>
                    <a:pt x="287" y="714"/>
                    <a:pt x="421" y="714"/>
                  </a:cubicBezTo>
                  <a:cubicBezTo>
                    <a:pt x="662" y="714"/>
                    <a:pt x="865" y="684"/>
                    <a:pt x="865" y="684"/>
                  </a:cubicBezTo>
                  <a:cubicBezTo>
                    <a:pt x="852" y="280"/>
                    <a:pt x="593" y="1"/>
                    <a:pt x="3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3" name="Google Shape;623;p40"/>
            <p:cNvSpPr/>
            <p:nvPr/>
          </p:nvSpPr>
          <p:spPr>
            <a:xfrm>
              <a:off x="5796059" y="2591724"/>
              <a:ext cx="49086" cy="53804"/>
            </a:xfrm>
            <a:custGeom>
              <a:avLst/>
              <a:gdLst/>
              <a:ahLst/>
              <a:cxnLst/>
              <a:rect l="l" t="t" r="r" b="b"/>
              <a:pathLst>
                <a:path w="500" h="548" fill="none" extrusionOk="0">
                  <a:moveTo>
                    <a:pt x="0" y="145"/>
                  </a:moveTo>
                  <a:cubicBezTo>
                    <a:pt x="500" y="0"/>
                    <a:pt x="411" y="548"/>
                    <a:pt x="97" y="499"/>
                  </a:cubicBez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805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4" name="Google Shape;624;p40"/>
            <p:cNvSpPr/>
            <p:nvPr/>
          </p:nvSpPr>
          <p:spPr>
            <a:xfrm>
              <a:off x="5854275" y="2578371"/>
              <a:ext cx="84919" cy="70103"/>
            </a:xfrm>
            <a:custGeom>
              <a:avLst/>
              <a:gdLst/>
              <a:ahLst/>
              <a:cxnLst/>
              <a:rect l="l" t="t" r="r" b="b"/>
              <a:pathLst>
                <a:path w="865" h="714" extrusionOk="0">
                  <a:moveTo>
                    <a:pt x="360" y="1"/>
                  </a:moveTo>
                  <a:cubicBezTo>
                    <a:pt x="169" y="1"/>
                    <a:pt x="0" y="195"/>
                    <a:pt x="11" y="676"/>
                  </a:cubicBezTo>
                  <a:cubicBezTo>
                    <a:pt x="138" y="704"/>
                    <a:pt x="283" y="714"/>
                    <a:pt x="417" y="714"/>
                  </a:cubicBezTo>
                  <a:cubicBezTo>
                    <a:pt x="659" y="714"/>
                    <a:pt x="865" y="684"/>
                    <a:pt x="865" y="684"/>
                  </a:cubicBezTo>
                  <a:cubicBezTo>
                    <a:pt x="847" y="280"/>
                    <a:pt x="588" y="1"/>
                    <a:pt x="3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5" name="Google Shape;625;p40"/>
            <p:cNvSpPr/>
            <p:nvPr/>
          </p:nvSpPr>
          <p:spPr>
            <a:xfrm>
              <a:off x="5923289" y="2591724"/>
              <a:ext cx="49184" cy="53804"/>
            </a:xfrm>
            <a:custGeom>
              <a:avLst/>
              <a:gdLst/>
              <a:ahLst/>
              <a:cxnLst/>
              <a:rect l="l" t="t" r="r" b="b"/>
              <a:pathLst>
                <a:path w="501" h="548" fill="none" extrusionOk="0">
                  <a:moveTo>
                    <a:pt x="1" y="145"/>
                  </a:moveTo>
                  <a:cubicBezTo>
                    <a:pt x="500" y="0"/>
                    <a:pt x="420" y="548"/>
                    <a:pt x="106" y="499"/>
                  </a:cubicBez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805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6" name="Google Shape;626;p40"/>
            <p:cNvSpPr/>
            <p:nvPr/>
          </p:nvSpPr>
          <p:spPr>
            <a:xfrm>
              <a:off x="6167639" y="2647786"/>
              <a:ext cx="137638" cy="287185"/>
            </a:xfrm>
            <a:custGeom>
              <a:avLst/>
              <a:gdLst/>
              <a:ahLst/>
              <a:cxnLst/>
              <a:rect l="l" t="t" r="r" b="b"/>
              <a:pathLst>
                <a:path w="1402" h="2925" extrusionOk="0">
                  <a:moveTo>
                    <a:pt x="1" y="1"/>
                  </a:moveTo>
                  <a:lnTo>
                    <a:pt x="403" y="2924"/>
                  </a:lnTo>
                  <a:lnTo>
                    <a:pt x="1402" y="2892"/>
                  </a:lnTo>
                  <a:lnTo>
                    <a:pt x="846" y="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7" name="Google Shape;627;p40"/>
            <p:cNvSpPr/>
            <p:nvPr/>
          </p:nvSpPr>
          <p:spPr>
            <a:xfrm>
              <a:off x="6215841" y="2720538"/>
              <a:ext cx="89435" cy="26313"/>
            </a:xfrm>
            <a:custGeom>
              <a:avLst/>
              <a:gdLst/>
              <a:ahLst/>
              <a:cxnLst/>
              <a:rect l="l" t="t" r="r" b="b"/>
              <a:pathLst>
                <a:path w="911" h="268" extrusionOk="0">
                  <a:moveTo>
                    <a:pt x="911" y="1"/>
                  </a:moveTo>
                  <a:cubicBezTo>
                    <a:pt x="476" y="49"/>
                    <a:pt x="1" y="146"/>
                    <a:pt x="1" y="146"/>
                  </a:cubicBezTo>
                  <a:cubicBezTo>
                    <a:pt x="9" y="210"/>
                    <a:pt x="49" y="250"/>
                    <a:pt x="49" y="250"/>
                  </a:cubicBezTo>
                  <a:cubicBezTo>
                    <a:pt x="149" y="260"/>
                    <a:pt x="325" y="267"/>
                    <a:pt x="523" y="267"/>
                  </a:cubicBezTo>
                  <a:cubicBezTo>
                    <a:pt x="646" y="267"/>
                    <a:pt x="777" y="265"/>
                    <a:pt x="903" y="259"/>
                  </a:cubicBezTo>
                  <a:cubicBezTo>
                    <a:pt x="895" y="234"/>
                    <a:pt x="887" y="210"/>
                    <a:pt x="887" y="194"/>
                  </a:cubicBezTo>
                  <a:cubicBezTo>
                    <a:pt x="879" y="130"/>
                    <a:pt x="895" y="65"/>
                    <a:pt x="9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8" name="Google Shape;628;p40"/>
            <p:cNvSpPr/>
            <p:nvPr/>
          </p:nvSpPr>
          <p:spPr>
            <a:xfrm>
              <a:off x="6302036" y="2717495"/>
              <a:ext cx="77556" cy="28473"/>
            </a:xfrm>
            <a:custGeom>
              <a:avLst/>
              <a:gdLst/>
              <a:ahLst/>
              <a:cxnLst/>
              <a:rect l="l" t="t" r="r" b="b"/>
              <a:pathLst>
                <a:path w="790" h="290" extrusionOk="0">
                  <a:moveTo>
                    <a:pt x="474" y="1"/>
                  </a:moveTo>
                  <a:cubicBezTo>
                    <a:pt x="349" y="1"/>
                    <a:pt x="193" y="14"/>
                    <a:pt x="33" y="32"/>
                  </a:cubicBezTo>
                  <a:cubicBezTo>
                    <a:pt x="9" y="96"/>
                    <a:pt x="1" y="161"/>
                    <a:pt x="9" y="217"/>
                  </a:cubicBezTo>
                  <a:cubicBezTo>
                    <a:pt x="9" y="241"/>
                    <a:pt x="17" y="265"/>
                    <a:pt x="25" y="290"/>
                  </a:cubicBezTo>
                  <a:cubicBezTo>
                    <a:pt x="419" y="265"/>
                    <a:pt x="790" y="209"/>
                    <a:pt x="758" y="80"/>
                  </a:cubicBezTo>
                  <a:cubicBezTo>
                    <a:pt x="744" y="22"/>
                    <a:pt x="63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9" name="Google Shape;629;p40"/>
            <p:cNvSpPr/>
            <p:nvPr/>
          </p:nvSpPr>
          <p:spPr>
            <a:xfrm>
              <a:off x="6227720" y="2776698"/>
              <a:ext cx="57038" cy="15906"/>
            </a:xfrm>
            <a:custGeom>
              <a:avLst/>
              <a:gdLst/>
              <a:ahLst/>
              <a:cxnLst/>
              <a:rect l="l" t="t" r="r" b="b"/>
              <a:pathLst>
                <a:path w="581" h="162" extrusionOk="0">
                  <a:moveTo>
                    <a:pt x="581" y="1"/>
                  </a:moveTo>
                  <a:cubicBezTo>
                    <a:pt x="307" y="1"/>
                    <a:pt x="1" y="25"/>
                    <a:pt x="1" y="25"/>
                  </a:cubicBezTo>
                  <a:cubicBezTo>
                    <a:pt x="1" y="65"/>
                    <a:pt x="17" y="97"/>
                    <a:pt x="17" y="97"/>
                  </a:cubicBezTo>
                  <a:cubicBezTo>
                    <a:pt x="121" y="121"/>
                    <a:pt x="347" y="146"/>
                    <a:pt x="556" y="162"/>
                  </a:cubicBezTo>
                  <a:cubicBezTo>
                    <a:pt x="556" y="154"/>
                    <a:pt x="556" y="138"/>
                    <a:pt x="556" y="121"/>
                  </a:cubicBezTo>
                  <a:cubicBezTo>
                    <a:pt x="556" y="81"/>
                    <a:pt x="564" y="41"/>
                    <a:pt x="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0" name="Google Shape;630;p40"/>
            <p:cNvSpPr/>
            <p:nvPr/>
          </p:nvSpPr>
          <p:spPr>
            <a:xfrm>
              <a:off x="6282303" y="2776698"/>
              <a:ext cx="48105" cy="16593"/>
            </a:xfrm>
            <a:custGeom>
              <a:avLst/>
              <a:gdLst/>
              <a:ahLst/>
              <a:cxnLst/>
              <a:rect l="l" t="t" r="r" b="b"/>
              <a:pathLst>
                <a:path w="490" h="169" extrusionOk="0">
                  <a:moveTo>
                    <a:pt x="25" y="1"/>
                  </a:moveTo>
                  <a:cubicBezTo>
                    <a:pt x="8" y="41"/>
                    <a:pt x="0" y="81"/>
                    <a:pt x="0" y="121"/>
                  </a:cubicBezTo>
                  <a:cubicBezTo>
                    <a:pt x="0" y="138"/>
                    <a:pt x="0" y="146"/>
                    <a:pt x="0" y="162"/>
                  </a:cubicBezTo>
                  <a:cubicBezTo>
                    <a:pt x="68" y="166"/>
                    <a:pt x="135" y="169"/>
                    <a:pt x="195" y="169"/>
                  </a:cubicBezTo>
                  <a:cubicBezTo>
                    <a:pt x="364" y="169"/>
                    <a:pt x="490" y="149"/>
                    <a:pt x="484" y="89"/>
                  </a:cubicBezTo>
                  <a:cubicBezTo>
                    <a:pt x="476" y="25"/>
                    <a:pt x="258" y="1"/>
                    <a:pt x="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1" name="Google Shape;631;p40"/>
            <p:cNvSpPr/>
            <p:nvPr/>
          </p:nvSpPr>
          <p:spPr>
            <a:xfrm>
              <a:off x="6238028" y="2819309"/>
              <a:ext cx="24543" cy="80019"/>
            </a:xfrm>
            <a:custGeom>
              <a:avLst/>
              <a:gdLst/>
              <a:ahLst/>
              <a:cxnLst/>
              <a:rect l="l" t="t" r="r" b="b"/>
              <a:pathLst>
                <a:path w="250" h="815" extrusionOk="0">
                  <a:moveTo>
                    <a:pt x="77" y="0"/>
                  </a:moveTo>
                  <a:cubicBezTo>
                    <a:pt x="73" y="0"/>
                    <a:pt x="69" y="1"/>
                    <a:pt x="65" y="2"/>
                  </a:cubicBezTo>
                  <a:cubicBezTo>
                    <a:pt x="24" y="2"/>
                    <a:pt x="0" y="42"/>
                    <a:pt x="8" y="74"/>
                  </a:cubicBezTo>
                  <a:lnTo>
                    <a:pt x="113" y="759"/>
                  </a:lnTo>
                  <a:cubicBezTo>
                    <a:pt x="121" y="791"/>
                    <a:pt x="153" y="815"/>
                    <a:pt x="194" y="815"/>
                  </a:cubicBezTo>
                  <a:cubicBezTo>
                    <a:pt x="226" y="807"/>
                    <a:pt x="250" y="775"/>
                    <a:pt x="250" y="734"/>
                  </a:cubicBezTo>
                  <a:lnTo>
                    <a:pt x="137" y="58"/>
                  </a:lnTo>
                  <a:cubicBezTo>
                    <a:pt x="130" y="23"/>
                    <a:pt x="105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2" name="Google Shape;632;p40"/>
            <p:cNvSpPr/>
            <p:nvPr/>
          </p:nvSpPr>
          <p:spPr>
            <a:xfrm>
              <a:off x="5592844" y="2839927"/>
              <a:ext cx="7952" cy="85517"/>
            </a:xfrm>
            <a:custGeom>
              <a:avLst/>
              <a:gdLst/>
              <a:ahLst/>
              <a:cxnLst/>
              <a:rect l="l" t="t" r="r" b="b"/>
              <a:pathLst>
                <a:path w="81" h="871" extrusionOk="0">
                  <a:moveTo>
                    <a:pt x="41" y="1"/>
                  </a:moveTo>
                  <a:cubicBezTo>
                    <a:pt x="25" y="1"/>
                    <a:pt x="0" y="17"/>
                    <a:pt x="0" y="41"/>
                  </a:cubicBezTo>
                  <a:lnTo>
                    <a:pt x="0" y="830"/>
                  </a:lnTo>
                  <a:cubicBezTo>
                    <a:pt x="0" y="847"/>
                    <a:pt x="17" y="871"/>
                    <a:pt x="41" y="871"/>
                  </a:cubicBezTo>
                  <a:cubicBezTo>
                    <a:pt x="65" y="871"/>
                    <a:pt x="81" y="855"/>
                    <a:pt x="81" y="830"/>
                  </a:cubicBezTo>
                  <a:lnTo>
                    <a:pt x="81" y="41"/>
                  </a:lnTo>
                  <a:cubicBezTo>
                    <a:pt x="81" y="17"/>
                    <a:pt x="65" y="1"/>
                    <a:pt x="4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3" name="Google Shape;633;p40"/>
            <p:cNvSpPr/>
            <p:nvPr/>
          </p:nvSpPr>
          <p:spPr>
            <a:xfrm>
              <a:off x="5617387" y="2839927"/>
              <a:ext cx="7167" cy="85517"/>
            </a:xfrm>
            <a:custGeom>
              <a:avLst/>
              <a:gdLst/>
              <a:ahLst/>
              <a:cxnLst/>
              <a:rect l="l" t="t" r="r" b="b"/>
              <a:pathLst>
                <a:path w="73" h="871" extrusionOk="0">
                  <a:moveTo>
                    <a:pt x="32" y="1"/>
                  </a:moveTo>
                  <a:cubicBezTo>
                    <a:pt x="16" y="1"/>
                    <a:pt x="0" y="17"/>
                    <a:pt x="0" y="41"/>
                  </a:cubicBezTo>
                  <a:lnTo>
                    <a:pt x="0" y="830"/>
                  </a:lnTo>
                  <a:cubicBezTo>
                    <a:pt x="0" y="847"/>
                    <a:pt x="16" y="871"/>
                    <a:pt x="32" y="871"/>
                  </a:cubicBezTo>
                  <a:cubicBezTo>
                    <a:pt x="56" y="871"/>
                    <a:pt x="73" y="855"/>
                    <a:pt x="73" y="830"/>
                  </a:cubicBezTo>
                  <a:lnTo>
                    <a:pt x="73" y="41"/>
                  </a:lnTo>
                  <a:cubicBezTo>
                    <a:pt x="73" y="17"/>
                    <a:pt x="56" y="1"/>
                    <a:pt x="32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4" name="Google Shape;634;p40"/>
            <p:cNvSpPr/>
            <p:nvPr/>
          </p:nvSpPr>
          <p:spPr>
            <a:xfrm>
              <a:off x="5641046" y="2839927"/>
              <a:ext cx="8050" cy="85517"/>
            </a:xfrm>
            <a:custGeom>
              <a:avLst/>
              <a:gdLst/>
              <a:ahLst/>
              <a:cxnLst/>
              <a:rect l="l" t="t" r="r" b="b"/>
              <a:pathLst>
                <a:path w="82" h="871" extrusionOk="0">
                  <a:moveTo>
                    <a:pt x="41" y="1"/>
                  </a:moveTo>
                  <a:cubicBezTo>
                    <a:pt x="17" y="1"/>
                    <a:pt x="1" y="17"/>
                    <a:pt x="1" y="41"/>
                  </a:cubicBezTo>
                  <a:lnTo>
                    <a:pt x="1" y="830"/>
                  </a:lnTo>
                  <a:cubicBezTo>
                    <a:pt x="1" y="847"/>
                    <a:pt x="17" y="871"/>
                    <a:pt x="41" y="871"/>
                  </a:cubicBezTo>
                  <a:cubicBezTo>
                    <a:pt x="57" y="871"/>
                    <a:pt x="81" y="855"/>
                    <a:pt x="81" y="830"/>
                  </a:cubicBezTo>
                  <a:lnTo>
                    <a:pt x="81" y="41"/>
                  </a:lnTo>
                  <a:cubicBezTo>
                    <a:pt x="81" y="17"/>
                    <a:pt x="57" y="1"/>
                    <a:pt x="4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5" name="Google Shape;635;p40"/>
            <p:cNvSpPr/>
            <p:nvPr/>
          </p:nvSpPr>
          <p:spPr>
            <a:xfrm>
              <a:off x="5664804" y="2839927"/>
              <a:ext cx="7952" cy="85517"/>
            </a:xfrm>
            <a:custGeom>
              <a:avLst/>
              <a:gdLst/>
              <a:ahLst/>
              <a:cxnLst/>
              <a:rect l="l" t="t" r="r" b="b"/>
              <a:pathLst>
                <a:path w="81" h="871" extrusionOk="0">
                  <a:moveTo>
                    <a:pt x="41" y="1"/>
                  </a:moveTo>
                  <a:cubicBezTo>
                    <a:pt x="16" y="1"/>
                    <a:pt x="0" y="17"/>
                    <a:pt x="0" y="41"/>
                  </a:cubicBezTo>
                  <a:lnTo>
                    <a:pt x="0" y="830"/>
                  </a:lnTo>
                  <a:cubicBezTo>
                    <a:pt x="0" y="847"/>
                    <a:pt x="16" y="871"/>
                    <a:pt x="41" y="871"/>
                  </a:cubicBezTo>
                  <a:cubicBezTo>
                    <a:pt x="65" y="871"/>
                    <a:pt x="81" y="855"/>
                    <a:pt x="81" y="830"/>
                  </a:cubicBezTo>
                  <a:lnTo>
                    <a:pt x="81" y="41"/>
                  </a:lnTo>
                  <a:cubicBezTo>
                    <a:pt x="81" y="17"/>
                    <a:pt x="65" y="1"/>
                    <a:pt x="4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6" name="Google Shape;636;p40"/>
            <p:cNvSpPr/>
            <p:nvPr/>
          </p:nvSpPr>
          <p:spPr>
            <a:xfrm>
              <a:off x="5688463" y="2839927"/>
              <a:ext cx="8050" cy="85517"/>
            </a:xfrm>
            <a:custGeom>
              <a:avLst/>
              <a:gdLst/>
              <a:ahLst/>
              <a:cxnLst/>
              <a:rect l="l" t="t" r="r" b="b"/>
              <a:pathLst>
                <a:path w="82" h="871" extrusionOk="0">
                  <a:moveTo>
                    <a:pt x="41" y="1"/>
                  </a:moveTo>
                  <a:cubicBezTo>
                    <a:pt x="25" y="1"/>
                    <a:pt x="1" y="17"/>
                    <a:pt x="1" y="41"/>
                  </a:cubicBezTo>
                  <a:lnTo>
                    <a:pt x="1" y="830"/>
                  </a:lnTo>
                  <a:cubicBezTo>
                    <a:pt x="1" y="847"/>
                    <a:pt x="25" y="871"/>
                    <a:pt x="41" y="871"/>
                  </a:cubicBezTo>
                  <a:cubicBezTo>
                    <a:pt x="65" y="871"/>
                    <a:pt x="81" y="855"/>
                    <a:pt x="81" y="830"/>
                  </a:cubicBezTo>
                  <a:lnTo>
                    <a:pt x="81" y="41"/>
                  </a:lnTo>
                  <a:cubicBezTo>
                    <a:pt x="81" y="17"/>
                    <a:pt x="65" y="1"/>
                    <a:pt x="4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7" name="Google Shape;637;p40"/>
            <p:cNvSpPr/>
            <p:nvPr/>
          </p:nvSpPr>
          <p:spPr>
            <a:xfrm>
              <a:off x="7165455" y="2205772"/>
              <a:ext cx="246020" cy="342561"/>
            </a:xfrm>
            <a:custGeom>
              <a:avLst/>
              <a:gdLst/>
              <a:ahLst/>
              <a:cxnLst/>
              <a:rect l="l" t="t" r="r" b="b"/>
              <a:pathLst>
                <a:path w="2506" h="3489" extrusionOk="0">
                  <a:moveTo>
                    <a:pt x="0" y="1"/>
                  </a:moveTo>
                  <a:lnTo>
                    <a:pt x="0" y="3488"/>
                  </a:lnTo>
                  <a:lnTo>
                    <a:pt x="2505" y="3488"/>
                  </a:lnTo>
                  <a:lnTo>
                    <a:pt x="25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8" name="Google Shape;638;p40"/>
            <p:cNvSpPr/>
            <p:nvPr/>
          </p:nvSpPr>
          <p:spPr>
            <a:xfrm>
              <a:off x="5558876" y="2937225"/>
              <a:ext cx="28568" cy="17477"/>
            </a:xfrm>
            <a:custGeom>
              <a:avLst/>
              <a:gdLst/>
              <a:ahLst/>
              <a:cxnLst/>
              <a:rect l="l" t="t" r="r" b="b"/>
              <a:pathLst>
                <a:path w="291" h="178" extrusionOk="0">
                  <a:moveTo>
                    <a:pt x="0" y="1"/>
                  </a:moveTo>
                  <a:lnTo>
                    <a:pt x="32" y="178"/>
                  </a:lnTo>
                  <a:lnTo>
                    <a:pt x="234" y="178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9" name="Google Shape;639;p40"/>
            <p:cNvSpPr/>
            <p:nvPr/>
          </p:nvSpPr>
          <p:spPr>
            <a:xfrm>
              <a:off x="6179518" y="2934083"/>
              <a:ext cx="29354" cy="17477"/>
            </a:xfrm>
            <a:custGeom>
              <a:avLst/>
              <a:gdLst/>
              <a:ahLst/>
              <a:cxnLst/>
              <a:rect l="l" t="t" r="r" b="b"/>
              <a:pathLst>
                <a:path w="299" h="178" extrusionOk="0">
                  <a:moveTo>
                    <a:pt x="0" y="0"/>
                  </a:moveTo>
                  <a:lnTo>
                    <a:pt x="41" y="178"/>
                  </a:lnTo>
                  <a:lnTo>
                    <a:pt x="242" y="178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0" name="Google Shape;640;p40"/>
            <p:cNvSpPr/>
            <p:nvPr/>
          </p:nvSpPr>
          <p:spPr>
            <a:xfrm>
              <a:off x="6275137" y="2930156"/>
              <a:ext cx="29354" cy="20618"/>
            </a:xfrm>
            <a:custGeom>
              <a:avLst/>
              <a:gdLst/>
              <a:ahLst/>
              <a:cxnLst/>
              <a:rect l="l" t="t" r="r" b="b"/>
              <a:pathLst>
                <a:path w="299" h="210" extrusionOk="0">
                  <a:moveTo>
                    <a:pt x="299" y="0"/>
                  </a:moveTo>
                  <a:lnTo>
                    <a:pt x="1" y="24"/>
                  </a:lnTo>
                  <a:lnTo>
                    <a:pt x="41" y="209"/>
                  </a:lnTo>
                  <a:lnTo>
                    <a:pt x="242" y="209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1" name="Google Shape;641;p40"/>
            <p:cNvSpPr/>
            <p:nvPr/>
          </p:nvSpPr>
          <p:spPr>
            <a:xfrm>
              <a:off x="5157166" y="3436970"/>
              <a:ext cx="470541" cy="579673"/>
            </a:xfrm>
            <a:custGeom>
              <a:avLst/>
              <a:gdLst/>
              <a:ahLst/>
              <a:cxnLst/>
              <a:rect l="l" t="t" r="r" b="b"/>
              <a:pathLst>
                <a:path w="4793" h="5904" extrusionOk="0">
                  <a:moveTo>
                    <a:pt x="4792" y="1"/>
                  </a:moveTo>
                  <a:lnTo>
                    <a:pt x="781" y="41"/>
                  </a:lnTo>
                  <a:lnTo>
                    <a:pt x="0" y="5799"/>
                  </a:lnTo>
                  <a:lnTo>
                    <a:pt x="4390" y="5904"/>
                  </a:lnTo>
                  <a:lnTo>
                    <a:pt x="47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2" name="Google Shape;642;p40"/>
            <p:cNvSpPr/>
            <p:nvPr/>
          </p:nvSpPr>
          <p:spPr>
            <a:xfrm>
              <a:off x="5571451" y="3408497"/>
              <a:ext cx="91006" cy="675401"/>
            </a:xfrm>
            <a:custGeom>
              <a:avLst/>
              <a:gdLst/>
              <a:ahLst/>
              <a:cxnLst/>
              <a:rect l="l" t="t" r="r" b="b"/>
              <a:pathLst>
                <a:path w="927" h="6879" extrusionOk="0">
                  <a:moveTo>
                    <a:pt x="927" y="1"/>
                  </a:moveTo>
                  <a:lnTo>
                    <a:pt x="596" y="25"/>
                  </a:lnTo>
                  <a:lnTo>
                    <a:pt x="0" y="6879"/>
                  </a:lnTo>
                  <a:lnTo>
                    <a:pt x="451" y="6879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3" name="Google Shape;643;p40"/>
            <p:cNvSpPr/>
            <p:nvPr/>
          </p:nvSpPr>
          <p:spPr>
            <a:xfrm>
              <a:off x="7928446" y="3394163"/>
              <a:ext cx="426265" cy="391849"/>
            </a:xfrm>
            <a:custGeom>
              <a:avLst/>
              <a:gdLst/>
              <a:ahLst/>
              <a:cxnLst/>
              <a:rect l="l" t="t" r="r" b="b"/>
              <a:pathLst>
                <a:path w="4342" h="3991" extrusionOk="0">
                  <a:moveTo>
                    <a:pt x="3255" y="1"/>
                  </a:moveTo>
                  <a:cubicBezTo>
                    <a:pt x="2990" y="1"/>
                    <a:pt x="2732" y="64"/>
                    <a:pt x="2489" y="163"/>
                  </a:cubicBezTo>
                  <a:cubicBezTo>
                    <a:pt x="1732" y="445"/>
                    <a:pt x="1064" y="984"/>
                    <a:pt x="621" y="1677"/>
                  </a:cubicBezTo>
                  <a:cubicBezTo>
                    <a:pt x="508" y="1846"/>
                    <a:pt x="411" y="2031"/>
                    <a:pt x="331" y="2216"/>
                  </a:cubicBezTo>
                  <a:cubicBezTo>
                    <a:pt x="186" y="2563"/>
                    <a:pt x="89" y="2933"/>
                    <a:pt x="41" y="3304"/>
                  </a:cubicBezTo>
                  <a:cubicBezTo>
                    <a:pt x="25" y="3481"/>
                    <a:pt x="0" y="3674"/>
                    <a:pt x="17" y="3859"/>
                  </a:cubicBezTo>
                  <a:cubicBezTo>
                    <a:pt x="25" y="3956"/>
                    <a:pt x="57" y="3991"/>
                    <a:pt x="100" y="3991"/>
                  </a:cubicBezTo>
                  <a:cubicBezTo>
                    <a:pt x="174" y="3991"/>
                    <a:pt x="280" y="3883"/>
                    <a:pt x="347" y="3811"/>
                  </a:cubicBezTo>
                  <a:cubicBezTo>
                    <a:pt x="572" y="3569"/>
                    <a:pt x="870" y="3408"/>
                    <a:pt x="1192" y="3352"/>
                  </a:cubicBezTo>
                  <a:cubicBezTo>
                    <a:pt x="1434" y="3304"/>
                    <a:pt x="1724" y="3296"/>
                    <a:pt x="1885" y="3102"/>
                  </a:cubicBezTo>
                  <a:cubicBezTo>
                    <a:pt x="1990" y="2982"/>
                    <a:pt x="2006" y="2812"/>
                    <a:pt x="2078" y="2659"/>
                  </a:cubicBezTo>
                  <a:cubicBezTo>
                    <a:pt x="2191" y="2410"/>
                    <a:pt x="2425" y="2233"/>
                    <a:pt x="2682" y="2120"/>
                  </a:cubicBezTo>
                  <a:cubicBezTo>
                    <a:pt x="2932" y="2007"/>
                    <a:pt x="3206" y="1951"/>
                    <a:pt x="3472" y="1846"/>
                  </a:cubicBezTo>
                  <a:cubicBezTo>
                    <a:pt x="3729" y="1749"/>
                    <a:pt x="3979" y="1604"/>
                    <a:pt x="4132" y="1371"/>
                  </a:cubicBezTo>
                  <a:cubicBezTo>
                    <a:pt x="4341" y="1057"/>
                    <a:pt x="4301" y="598"/>
                    <a:pt x="4043" y="316"/>
                  </a:cubicBezTo>
                  <a:cubicBezTo>
                    <a:pt x="3858" y="114"/>
                    <a:pt x="3576" y="18"/>
                    <a:pt x="3303" y="2"/>
                  </a:cubicBezTo>
                  <a:cubicBezTo>
                    <a:pt x="3287" y="1"/>
                    <a:pt x="3271" y="1"/>
                    <a:pt x="32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4" name="Google Shape;644;p40"/>
            <p:cNvSpPr/>
            <p:nvPr/>
          </p:nvSpPr>
          <p:spPr>
            <a:xfrm>
              <a:off x="7883385" y="3443254"/>
              <a:ext cx="343211" cy="437405"/>
            </a:xfrm>
            <a:custGeom>
              <a:avLst/>
              <a:gdLst/>
              <a:ahLst/>
              <a:cxnLst/>
              <a:rect l="l" t="t" r="r" b="b"/>
              <a:pathLst>
                <a:path w="3496" h="4455" fill="none" extrusionOk="0">
                  <a:moveTo>
                    <a:pt x="3496" y="1"/>
                  </a:moveTo>
                  <a:cubicBezTo>
                    <a:pt x="2545" y="218"/>
                    <a:pt x="1708" y="855"/>
                    <a:pt x="1233" y="1700"/>
                  </a:cubicBezTo>
                  <a:cubicBezTo>
                    <a:pt x="1047" y="2047"/>
                    <a:pt x="910" y="2417"/>
                    <a:pt x="685" y="2731"/>
                  </a:cubicBezTo>
                  <a:cubicBezTo>
                    <a:pt x="580" y="2868"/>
                    <a:pt x="467" y="2989"/>
                    <a:pt x="411" y="3150"/>
                  </a:cubicBezTo>
                  <a:cubicBezTo>
                    <a:pt x="331" y="3351"/>
                    <a:pt x="371" y="3585"/>
                    <a:pt x="331" y="3794"/>
                  </a:cubicBezTo>
                  <a:cubicBezTo>
                    <a:pt x="282" y="4036"/>
                    <a:pt x="145" y="4253"/>
                    <a:pt x="0" y="4455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805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" name="Google Shape;645;p40"/>
            <p:cNvSpPr/>
            <p:nvPr/>
          </p:nvSpPr>
          <p:spPr>
            <a:xfrm>
              <a:off x="7714137" y="2615975"/>
              <a:ext cx="427836" cy="1089635"/>
            </a:xfrm>
            <a:custGeom>
              <a:avLst/>
              <a:gdLst/>
              <a:ahLst/>
              <a:cxnLst/>
              <a:rect l="l" t="t" r="r" b="b"/>
              <a:pathLst>
                <a:path w="4358" h="11098" extrusionOk="0">
                  <a:moveTo>
                    <a:pt x="2186" y="1"/>
                  </a:moveTo>
                  <a:cubicBezTo>
                    <a:pt x="2002" y="1"/>
                    <a:pt x="1823" y="52"/>
                    <a:pt x="1676" y="164"/>
                  </a:cubicBezTo>
                  <a:cubicBezTo>
                    <a:pt x="1418" y="357"/>
                    <a:pt x="1298" y="687"/>
                    <a:pt x="1225" y="1001"/>
                  </a:cubicBezTo>
                  <a:cubicBezTo>
                    <a:pt x="1136" y="1412"/>
                    <a:pt x="1112" y="1839"/>
                    <a:pt x="1153" y="2258"/>
                  </a:cubicBezTo>
                  <a:cubicBezTo>
                    <a:pt x="1201" y="2757"/>
                    <a:pt x="1330" y="3273"/>
                    <a:pt x="1153" y="3740"/>
                  </a:cubicBezTo>
                  <a:cubicBezTo>
                    <a:pt x="1096" y="3885"/>
                    <a:pt x="1008" y="4014"/>
                    <a:pt x="919" y="4142"/>
                  </a:cubicBezTo>
                  <a:cubicBezTo>
                    <a:pt x="798" y="4312"/>
                    <a:pt x="661" y="4481"/>
                    <a:pt x="573" y="4674"/>
                  </a:cubicBezTo>
                  <a:cubicBezTo>
                    <a:pt x="363" y="5141"/>
                    <a:pt x="452" y="5681"/>
                    <a:pt x="573" y="6172"/>
                  </a:cubicBezTo>
                  <a:cubicBezTo>
                    <a:pt x="693" y="6671"/>
                    <a:pt x="838" y="7179"/>
                    <a:pt x="742" y="7678"/>
                  </a:cubicBezTo>
                  <a:cubicBezTo>
                    <a:pt x="669" y="8065"/>
                    <a:pt x="460" y="8403"/>
                    <a:pt x="291" y="8757"/>
                  </a:cubicBezTo>
                  <a:cubicBezTo>
                    <a:pt x="130" y="9112"/>
                    <a:pt x="1" y="9514"/>
                    <a:pt x="122" y="9885"/>
                  </a:cubicBezTo>
                  <a:cubicBezTo>
                    <a:pt x="186" y="10094"/>
                    <a:pt x="331" y="10279"/>
                    <a:pt x="484" y="10432"/>
                  </a:cubicBezTo>
                  <a:cubicBezTo>
                    <a:pt x="637" y="10577"/>
                    <a:pt x="806" y="10706"/>
                    <a:pt x="991" y="10803"/>
                  </a:cubicBezTo>
                  <a:cubicBezTo>
                    <a:pt x="1193" y="10924"/>
                    <a:pt x="1418" y="11004"/>
                    <a:pt x="1652" y="11053"/>
                  </a:cubicBezTo>
                  <a:cubicBezTo>
                    <a:pt x="1771" y="11078"/>
                    <a:pt x="1901" y="11098"/>
                    <a:pt x="2021" y="11098"/>
                  </a:cubicBezTo>
                  <a:cubicBezTo>
                    <a:pt x="2054" y="11098"/>
                    <a:pt x="2087" y="11096"/>
                    <a:pt x="2119" y="11093"/>
                  </a:cubicBezTo>
                  <a:cubicBezTo>
                    <a:pt x="2489" y="11036"/>
                    <a:pt x="2852" y="10932"/>
                    <a:pt x="3198" y="10771"/>
                  </a:cubicBezTo>
                  <a:cubicBezTo>
                    <a:pt x="3488" y="10642"/>
                    <a:pt x="3794" y="10432"/>
                    <a:pt x="3867" y="10118"/>
                  </a:cubicBezTo>
                  <a:cubicBezTo>
                    <a:pt x="3923" y="9844"/>
                    <a:pt x="3786" y="9571"/>
                    <a:pt x="3706" y="9297"/>
                  </a:cubicBezTo>
                  <a:cubicBezTo>
                    <a:pt x="3601" y="8910"/>
                    <a:pt x="3609" y="8483"/>
                    <a:pt x="3754" y="8105"/>
                  </a:cubicBezTo>
                  <a:cubicBezTo>
                    <a:pt x="3915" y="7646"/>
                    <a:pt x="4261" y="7243"/>
                    <a:pt x="4310" y="6752"/>
                  </a:cubicBezTo>
                  <a:cubicBezTo>
                    <a:pt x="4358" y="6325"/>
                    <a:pt x="4165" y="5898"/>
                    <a:pt x="3931" y="5536"/>
                  </a:cubicBezTo>
                  <a:cubicBezTo>
                    <a:pt x="3706" y="5165"/>
                    <a:pt x="3432" y="4811"/>
                    <a:pt x="3303" y="4392"/>
                  </a:cubicBezTo>
                  <a:cubicBezTo>
                    <a:pt x="3166" y="3949"/>
                    <a:pt x="3206" y="3466"/>
                    <a:pt x="3271" y="2999"/>
                  </a:cubicBezTo>
                  <a:cubicBezTo>
                    <a:pt x="3343" y="2532"/>
                    <a:pt x="3448" y="2073"/>
                    <a:pt x="3440" y="1597"/>
                  </a:cubicBezTo>
                  <a:cubicBezTo>
                    <a:pt x="3432" y="1130"/>
                    <a:pt x="3303" y="639"/>
                    <a:pt x="2965" y="317"/>
                  </a:cubicBezTo>
                  <a:cubicBezTo>
                    <a:pt x="2756" y="118"/>
                    <a:pt x="2465" y="1"/>
                    <a:pt x="21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6" name="Google Shape;646;p40"/>
            <p:cNvSpPr/>
            <p:nvPr/>
          </p:nvSpPr>
          <p:spPr>
            <a:xfrm>
              <a:off x="7881814" y="2683426"/>
              <a:ext cx="83054" cy="1126847"/>
            </a:xfrm>
            <a:custGeom>
              <a:avLst/>
              <a:gdLst/>
              <a:ahLst/>
              <a:cxnLst/>
              <a:rect l="l" t="t" r="r" b="b"/>
              <a:pathLst>
                <a:path w="846" h="11477" fill="none" extrusionOk="0">
                  <a:moveTo>
                    <a:pt x="475" y="0"/>
                  </a:moveTo>
                  <a:cubicBezTo>
                    <a:pt x="669" y="918"/>
                    <a:pt x="846" y="2634"/>
                    <a:pt x="451" y="4067"/>
                  </a:cubicBezTo>
                  <a:cubicBezTo>
                    <a:pt x="81" y="5429"/>
                    <a:pt x="693" y="6492"/>
                    <a:pt x="596" y="7402"/>
                  </a:cubicBezTo>
                  <a:cubicBezTo>
                    <a:pt x="508" y="8312"/>
                    <a:pt x="0" y="10277"/>
                    <a:pt x="282" y="11477"/>
                  </a:cubicBez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miter lim="805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7" name="Google Shape;647;p40"/>
            <p:cNvSpPr/>
            <p:nvPr/>
          </p:nvSpPr>
          <p:spPr>
            <a:xfrm>
              <a:off x="7426396" y="3316697"/>
              <a:ext cx="463374" cy="451937"/>
            </a:xfrm>
            <a:custGeom>
              <a:avLst/>
              <a:gdLst/>
              <a:ahLst/>
              <a:cxnLst/>
              <a:rect l="l" t="t" r="r" b="b"/>
              <a:pathLst>
                <a:path w="4720" h="4603" extrusionOk="0">
                  <a:moveTo>
                    <a:pt x="924" y="0"/>
                  </a:moveTo>
                  <a:cubicBezTo>
                    <a:pt x="692" y="0"/>
                    <a:pt x="453" y="47"/>
                    <a:pt x="282" y="203"/>
                  </a:cubicBezTo>
                  <a:cubicBezTo>
                    <a:pt x="105" y="364"/>
                    <a:pt x="41" y="605"/>
                    <a:pt x="24" y="847"/>
                  </a:cubicBezTo>
                  <a:cubicBezTo>
                    <a:pt x="0" y="1475"/>
                    <a:pt x="371" y="2111"/>
                    <a:pt x="943" y="2385"/>
                  </a:cubicBezTo>
                  <a:cubicBezTo>
                    <a:pt x="1120" y="2474"/>
                    <a:pt x="1337" y="2554"/>
                    <a:pt x="1394" y="2740"/>
                  </a:cubicBezTo>
                  <a:cubicBezTo>
                    <a:pt x="1442" y="2885"/>
                    <a:pt x="1377" y="3038"/>
                    <a:pt x="1402" y="3183"/>
                  </a:cubicBezTo>
                  <a:cubicBezTo>
                    <a:pt x="1426" y="3352"/>
                    <a:pt x="1563" y="3481"/>
                    <a:pt x="1716" y="3537"/>
                  </a:cubicBezTo>
                  <a:cubicBezTo>
                    <a:pt x="1829" y="3585"/>
                    <a:pt x="1951" y="3597"/>
                    <a:pt x="2072" y="3597"/>
                  </a:cubicBezTo>
                  <a:cubicBezTo>
                    <a:pt x="2114" y="3597"/>
                    <a:pt x="2157" y="3595"/>
                    <a:pt x="2199" y="3593"/>
                  </a:cubicBezTo>
                  <a:cubicBezTo>
                    <a:pt x="2240" y="3592"/>
                    <a:pt x="2282" y="3590"/>
                    <a:pt x="2325" y="3590"/>
                  </a:cubicBezTo>
                  <a:cubicBezTo>
                    <a:pt x="2470" y="3590"/>
                    <a:pt x="2616" y="3611"/>
                    <a:pt x="2690" y="3722"/>
                  </a:cubicBezTo>
                  <a:cubicBezTo>
                    <a:pt x="2787" y="3859"/>
                    <a:pt x="2731" y="4069"/>
                    <a:pt x="2851" y="4173"/>
                  </a:cubicBezTo>
                  <a:cubicBezTo>
                    <a:pt x="2907" y="4220"/>
                    <a:pt x="2977" y="4229"/>
                    <a:pt x="3050" y="4229"/>
                  </a:cubicBezTo>
                  <a:cubicBezTo>
                    <a:pt x="3099" y="4229"/>
                    <a:pt x="3150" y="4225"/>
                    <a:pt x="3200" y="4225"/>
                  </a:cubicBezTo>
                  <a:cubicBezTo>
                    <a:pt x="3268" y="4225"/>
                    <a:pt x="3334" y="4233"/>
                    <a:pt x="3391" y="4270"/>
                  </a:cubicBezTo>
                  <a:cubicBezTo>
                    <a:pt x="3447" y="4310"/>
                    <a:pt x="3480" y="4375"/>
                    <a:pt x="3528" y="4431"/>
                  </a:cubicBezTo>
                  <a:cubicBezTo>
                    <a:pt x="3663" y="4586"/>
                    <a:pt x="3855" y="4601"/>
                    <a:pt x="4046" y="4601"/>
                  </a:cubicBezTo>
                  <a:cubicBezTo>
                    <a:pt x="4094" y="4601"/>
                    <a:pt x="4142" y="4600"/>
                    <a:pt x="4188" y="4600"/>
                  </a:cubicBezTo>
                  <a:cubicBezTo>
                    <a:pt x="4218" y="4600"/>
                    <a:pt x="4248" y="4602"/>
                    <a:pt x="4278" y="4602"/>
                  </a:cubicBezTo>
                  <a:cubicBezTo>
                    <a:pt x="4331" y="4602"/>
                    <a:pt x="4384" y="4596"/>
                    <a:pt x="4430" y="4560"/>
                  </a:cubicBezTo>
                  <a:cubicBezTo>
                    <a:pt x="4527" y="4495"/>
                    <a:pt x="4599" y="4375"/>
                    <a:pt x="4631" y="4270"/>
                  </a:cubicBezTo>
                  <a:cubicBezTo>
                    <a:pt x="4688" y="4133"/>
                    <a:pt x="4704" y="3980"/>
                    <a:pt x="4712" y="3835"/>
                  </a:cubicBezTo>
                  <a:cubicBezTo>
                    <a:pt x="4720" y="3239"/>
                    <a:pt x="4527" y="2643"/>
                    <a:pt x="4212" y="2136"/>
                  </a:cubicBezTo>
                  <a:cubicBezTo>
                    <a:pt x="3906" y="1628"/>
                    <a:pt x="3480" y="1201"/>
                    <a:pt x="3004" y="839"/>
                  </a:cubicBezTo>
                  <a:cubicBezTo>
                    <a:pt x="2416" y="388"/>
                    <a:pt x="1724" y="26"/>
                    <a:pt x="983" y="1"/>
                  </a:cubicBezTo>
                  <a:cubicBezTo>
                    <a:pt x="963" y="1"/>
                    <a:pt x="944" y="0"/>
                    <a:pt x="9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8" name="Google Shape;648;p40"/>
            <p:cNvSpPr/>
            <p:nvPr/>
          </p:nvSpPr>
          <p:spPr>
            <a:xfrm>
              <a:off x="7508565" y="3354694"/>
              <a:ext cx="401035" cy="468235"/>
            </a:xfrm>
            <a:custGeom>
              <a:avLst/>
              <a:gdLst/>
              <a:ahLst/>
              <a:cxnLst/>
              <a:rect l="l" t="t" r="r" b="b"/>
              <a:pathLst>
                <a:path w="4085" h="4769" fill="none" extrusionOk="0">
                  <a:moveTo>
                    <a:pt x="1" y="17"/>
                  </a:moveTo>
                  <a:cubicBezTo>
                    <a:pt x="194" y="1"/>
                    <a:pt x="379" y="114"/>
                    <a:pt x="540" y="226"/>
                  </a:cubicBezTo>
                  <a:cubicBezTo>
                    <a:pt x="887" y="468"/>
                    <a:pt x="1233" y="718"/>
                    <a:pt x="1563" y="975"/>
                  </a:cubicBezTo>
                  <a:cubicBezTo>
                    <a:pt x="2030" y="1346"/>
                    <a:pt x="2481" y="1741"/>
                    <a:pt x="2828" y="2216"/>
                  </a:cubicBezTo>
                  <a:cubicBezTo>
                    <a:pt x="3126" y="2610"/>
                    <a:pt x="3343" y="3061"/>
                    <a:pt x="3561" y="3512"/>
                  </a:cubicBezTo>
                  <a:cubicBezTo>
                    <a:pt x="3762" y="3923"/>
                    <a:pt x="3955" y="4334"/>
                    <a:pt x="4084" y="4769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805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9" name="Google Shape;649;p40"/>
            <p:cNvSpPr/>
            <p:nvPr/>
          </p:nvSpPr>
          <p:spPr>
            <a:xfrm>
              <a:off x="7762437" y="3808588"/>
              <a:ext cx="344782" cy="295040"/>
            </a:xfrm>
            <a:custGeom>
              <a:avLst/>
              <a:gdLst/>
              <a:ahLst/>
              <a:cxnLst/>
              <a:rect l="l" t="t" r="r" b="b"/>
              <a:pathLst>
                <a:path w="3512" h="3005" extrusionOk="0">
                  <a:moveTo>
                    <a:pt x="0" y="1"/>
                  </a:moveTo>
                  <a:lnTo>
                    <a:pt x="113" y="718"/>
                  </a:lnTo>
                  <a:lnTo>
                    <a:pt x="371" y="718"/>
                  </a:lnTo>
                  <a:lnTo>
                    <a:pt x="789" y="3005"/>
                  </a:lnTo>
                  <a:lnTo>
                    <a:pt x="2916" y="2981"/>
                  </a:lnTo>
                  <a:lnTo>
                    <a:pt x="3222" y="742"/>
                  </a:lnTo>
                  <a:lnTo>
                    <a:pt x="3463" y="734"/>
                  </a:lnTo>
                  <a:lnTo>
                    <a:pt x="35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0" name="Google Shape;650;p40"/>
            <p:cNvSpPr/>
            <p:nvPr/>
          </p:nvSpPr>
          <p:spPr>
            <a:xfrm>
              <a:off x="7831157" y="3880555"/>
              <a:ext cx="247591" cy="39666"/>
            </a:xfrm>
            <a:custGeom>
              <a:avLst/>
              <a:gdLst/>
              <a:ahLst/>
              <a:cxnLst/>
              <a:rect l="l" t="t" r="r" b="b"/>
              <a:pathLst>
                <a:path w="2522" h="404" extrusionOk="0">
                  <a:moveTo>
                    <a:pt x="1" y="1"/>
                  </a:moveTo>
                  <a:lnTo>
                    <a:pt x="2457" y="403"/>
                  </a:lnTo>
                  <a:lnTo>
                    <a:pt x="2522" y="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B303A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51" name="Google Shape;651;p40"/>
            <p:cNvCxnSpPr/>
            <p:nvPr/>
          </p:nvCxnSpPr>
          <p:spPr>
            <a:xfrm>
              <a:off x="5270203" y="3588811"/>
              <a:ext cx="284695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2" name="Google Shape;652;p40"/>
            <p:cNvCxnSpPr/>
            <p:nvPr/>
          </p:nvCxnSpPr>
          <p:spPr>
            <a:xfrm>
              <a:off x="5229960" y="3862844"/>
              <a:ext cx="284695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3" name="Google Shape;653;p40"/>
            <p:cNvCxnSpPr/>
            <p:nvPr/>
          </p:nvCxnSpPr>
          <p:spPr>
            <a:xfrm>
              <a:off x="5243375" y="3771499"/>
              <a:ext cx="284695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4" name="Google Shape;654;p40"/>
            <p:cNvCxnSpPr/>
            <p:nvPr/>
          </p:nvCxnSpPr>
          <p:spPr>
            <a:xfrm>
              <a:off x="5256789" y="3680155"/>
              <a:ext cx="284695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5" name="Google Shape;655;p40"/>
            <p:cNvCxnSpPr/>
            <p:nvPr/>
          </p:nvCxnSpPr>
          <p:spPr>
            <a:xfrm>
              <a:off x="5686195" y="2123279"/>
              <a:ext cx="1659095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6" name="Google Shape;656;p40"/>
            <p:cNvCxnSpPr/>
            <p:nvPr/>
          </p:nvCxnSpPr>
          <p:spPr>
            <a:xfrm>
              <a:off x="5652371" y="2307742"/>
              <a:ext cx="733286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7" name="Google Shape;657;p40"/>
            <p:cNvCxnSpPr/>
            <p:nvPr/>
          </p:nvCxnSpPr>
          <p:spPr>
            <a:xfrm>
              <a:off x="5621421" y="2492204"/>
              <a:ext cx="733286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8" name="Google Shape;658;p40"/>
            <p:cNvCxnSpPr/>
            <p:nvPr/>
          </p:nvCxnSpPr>
          <p:spPr>
            <a:xfrm>
              <a:off x="7203172" y="2262280"/>
              <a:ext cx="170502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9" name="Google Shape;659;p40"/>
            <p:cNvCxnSpPr/>
            <p:nvPr/>
          </p:nvCxnSpPr>
          <p:spPr>
            <a:xfrm>
              <a:off x="7203172" y="2491823"/>
              <a:ext cx="170502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0" name="Google Shape;660;p40"/>
            <p:cNvCxnSpPr/>
            <p:nvPr/>
          </p:nvCxnSpPr>
          <p:spPr>
            <a:xfrm>
              <a:off x="7203172" y="2319666"/>
              <a:ext cx="170502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1" name="Google Shape;661;p40"/>
            <p:cNvCxnSpPr/>
            <p:nvPr/>
          </p:nvCxnSpPr>
          <p:spPr>
            <a:xfrm>
              <a:off x="7203172" y="2434438"/>
              <a:ext cx="170502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2" name="Google Shape;662;p40"/>
            <p:cNvCxnSpPr/>
            <p:nvPr/>
          </p:nvCxnSpPr>
          <p:spPr>
            <a:xfrm>
              <a:off x="7203172" y="2377052"/>
              <a:ext cx="170502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63" name="Google Shape;663;p40"/>
            <p:cNvSpPr/>
            <p:nvPr/>
          </p:nvSpPr>
          <p:spPr>
            <a:xfrm>
              <a:off x="5375385" y="2955179"/>
              <a:ext cx="2324746" cy="9280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4" name="Google Shape;664;p40"/>
            <p:cNvSpPr/>
            <p:nvPr/>
          </p:nvSpPr>
          <p:spPr>
            <a:xfrm>
              <a:off x="5814696" y="3274097"/>
              <a:ext cx="1446124" cy="45205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5" name="Google Shape;665;p40"/>
            <p:cNvSpPr/>
            <p:nvPr/>
          </p:nvSpPr>
          <p:spPr>
            <a:xfrm>
              <a:off x="5444121" y="1108922"/>
              <a:ext cx="2141870" cy="788783"/>
            </a:xfrm>
            <a:custGeom>
              <a:avLst/>
              <a:gdLst/>
              <a:ahLst/>
              <a:cxnLst/>
              <a:rect l="l" t="t" r="r" b="b"/>
              <a:pathLst>
                <a:path w="81704" h="30089" extrusionOk="0">
                  <a:moveTo>
                    <a:pt x="0" y="22789"/>
                  </a:moveTo>
                  <a:lnTo>
                    <a:pt x="0" y="58"/>
                  </a:lnTo>
                  <a:lnTo>
                    <a:pt x="81612" y="0"/>
                  </a:lnTo>
                  <a:lnTo>
                    <a:pt x="81704" y="30070"/>
                  </a:lnTo>
                  <a:lnTo>
                    <a:pt x="77808" y="30089"/>
                  </a:lnTo>
                  <a:lnTo>
                    <a:pt x="69948" y="21728"/>
                  </a:lnTo>
                  <a:lnTo>
                    <a:pt x="5127" y="230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666" name="Google Shape;666;p40"/>
            <p:cNvSpPr txBox="1"/>
            <p:nvPr/>
          </p:nvSpPr>
          <p:spPr>
            <a:xfrm>
              <a:off x="5843578" y="3372375"/>
              <a:ext cx="13884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50">
                  <a:solidFill>
                    <a:schemeClr val="dk1"/>
                  </a:solidFill>
                  <a:latin typeface="Times New Roman" panose="02020603050405020304" pitchFamily="18" charset="0"/>
                  <a:ea typeface="DM Serif Text"/>
                  <a:cs typeface="Times New Roman" panose="02020603050405020304" pitchFamily="18" charset="0"/>
                  <a:sym typeface="DM Serif Text"/>
                </a:rPr>
                <a:t>Coffee shop</a:t>
              </a:r>
              <a:endParaRPr sz="2050" i="1">
                <a:solidFill>
                  <a:schemeClr val="accent3"/>
                </a:solidFill>
                <a:latin typeface="Times New Roman" panose="02020603050405020304" pitchFamily="18" charset="0"/>
                <a:ea typeface="DM Serif Text"/>
                <a:cs typeface="Times New Roman" panose="02020603050405020304" pitchFamily="18" charset="0"/>
                <a:sym typeface="DM Serif Text"/>
              </a:endParaRPr>
            </a:p>
          </p:txBody>
        </p:sp>
        <p:sp>
          <p:nvSpPr>
            <p:cNvPr id="667" name="Google Shape;667;p40"/>
            <p:cNvSpPr/>
            <p:nvPr/>
          </p:nvSpPr>
          <p:spPr>
            <a:xfrm rot="125291" flipH="1">
              <a:off x="6933008" y="2390463"/>
              <a:ext cx="13925" cy="17315"/>
            </a:xfrm>
            <a:custGeom>
              <a:avLst/>
              <a:gdLst/>
              <a:ahLst/>
              <a:cxnLst/>
              <a:rect l="l" t="t" r="r" b="b"/>
              <a:pathLst>
                <a:path w="266" h="331" fill="none" extrusionOk="0">
                  <a:moveTo>
                    <a:pt x="0" y="25"/>
                  </a:moveTo>
                  <a:cubicBezTo>
                    <a:pt x="0" y="25"/>
                    <a:pt x="226" y="1"/>
                    <a:pt x="266" y="331"/>
                  </a:cubicBezTo>
                </a:path>
              </a:pathLst>
            </a:cu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8" name="Google Shape;668;p40"/>
            <p:cNvSpPr/>
            <p:nvPr/>
          </p:nvSpPr>
          <p:spPr>
            <a:xfrm rot="125330" flipH="1">
              <a:off x="6805009" y="2430708"/>
              <a:ext cx="13911" cy="28394"/>
            </a:xfrm>
            <a:custGeom>
              <a:avLst/>
              <a:gdLst/>
              <a:ahLst/>
              <a:cxnLst/>
              <a:rect l="l" t="t" r="r" b="b"/>
              <a:pathLst>
                <a:path w="170" h="347" fill="none" extrusionOk="0">
                  <a:moveTo>
                    <a:pt x="97" y="0"/>
                  </a:moveTo>
                  <a:lnTo>
                    <a:pt x="169" y="274"/>
                  </a:lnTo>
                  <a:lnTo>
                    <a:pt x="0" y="347"/>
                  </a:lnTo>
                </a:path>
              </a:pathLst>
            </a:cu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9" name="Google Shape;669;p40"/>
            <p:cNvSpPr/>
            <p:nvPr/>
          </p:nvSpPr>
          <p:spPr>
            <a:xfrm rot="125330" flipH="1">
              <a:off x="6757851" y="2407349"/>
              <a:ext cx="44268" cy="21439"/>
            </a:xfrm>
            <a:custGeom>
              <a:avLst/>
              <a:gdLst/>
              <a:ahLst/>
              <a:cxnLst/>
              <a:rect l="l" t="t" r="r" b="b"/>
              <a:pathLst>
                <a:path w="541" h="262" extrusionOk="0">
                  <a:moveTo>
                    <a:pt x="214" y="0"/>
                  </a:moveTo>
                  <a:cubicBezTo>
                    <a:pt x="147" y="0"/>
                    <a:pt x="53" y="16"/>
                    <a:pt x="33" y="102"/>
                  </a:cubicBezTo>
                  <a:cubicBezTo>
                    <a:pt x="1" y="231"/>
                    <a:pt x="267" y="255"/>
                    <a:pt x="267" y="255"/>
                  </a:cubicBezTo>
                  <a:cubicBezTo>
                    <a:pt x="267" y="255"/>
                    <a:pt x="300" y="261"/>
                    <a:pt x="342" y="261"/>
                  </a:cubicBezTo>
                  <a:cubicBezTo>
                    <a:pt x="410" y="261"/>
                    <a:pt x="501" y="246"/>
                    <a:pt x="516" y="167"/>
                  </a:cubicBezTo>
                  <a:cubicBezTo>
                    <a:pt x="540" y="46"/>
                    <a:pt x="283" y="6"/>
                    <a:pt x="283" y="6"/>
                  </a:cubicBezTo>
                  <a:cubicBezTo>
                    <a:pt x="283" y="6"/>
                    <a:pt x="253" y="0"/>
                    <a:pt x="2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0" name="Google Shape;670;p40"/>
            <p:cNvSpPr/>
            <p:nvPr/>
          </p:nvSpPr>
          <p:spPr>
            <a:xfrm rot="125330" flipH="1">
              <a:off x="6766457" y="2405526"/>
              <a:ext cx="25775" cy="24303"/>
            </a:xfrm>
            <a:custGeom>
              <a:avLst/>
              <a:gdLst/>
              <a:ahLst/>
              <a:cxnLst/>
              <a:rect l="l" t="t" r="r" b="b"/>
              <a:pathLst>
                <a:path w="315" h="297" extrusionOk="0">
                  <a:moveTo>
                    <a:pt x="152" y="1"/>
                  </a:moveTo>
                  <a:cubicBezTo>
                    <a:pt x="88" y="1"/>
                    <a:pt x="23" y="53"/>
                    <a:pt x="9" y="124"/>
                  </a:cubicBezTo>
                  <a:cubicBezTo>
                    <a:pt x="1" y="205"/>
                    <a:pt x="49" y="277"/>
                    <a:pt x="129" y="293"/>
                  </a:cubicBezTo>
                  <a:cubicBezTo>
                    <a:pt x="139" y="295"/>
                    <a:pt x="148" y="296"/>
                    <a:pt x="157" y="296"/>
                  </a:cubicBezTo>
                  <a:cubicBezTo>
                    <a:pt x="228" y="296"/>
                    <a:pt x="291" y="244"/>
                    <a:pt x="299" y="173"/>
                  </a:cubicBezTo>
                  <a:cubicBezTo>
                    <a:pt x="315" y="92"/>
                    <a:pt x="258" y="12"/>
                    <a:pt x="178" y="4"/>
                  </a:cubicBezTo>
                  <a:cubicBezTo>
                    <a:pt x="169" y="2"/>
                    <a:pt x="161" y="1"/>
                    <a:pt x="1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1" name="Google Shape;671;p40"/>
            <p:cNvSpPr/>
            <p:nvPr/>
          </p:nvSpPr>
          <p:spPr>
            <a:xfrm rot="125314" flipH="1">
              <a:off x="6840451" y="2363107"/>
              <a:ext cx="49326" cy="17301"/>
            </a:xfrm>
            <a:custGeom>
              <a:avLst/>
              <a:gdLst/>
              <a:ahLst/>
              <a:cxnLst/>
              <a:rect l="l" t="t" r="r" b="b"/>
              <a:pathLst>
                <a:path w="855" h="300" extrusionOk="0">
                  <a:moveTo>
                    <a:pt x="710" y="1"/>
                  </a:moveTo>
                  <a:lnTo>
                    <a:pt x="138" y="17"/>
                  </a:lnTo>
                  <a:cubicBezTo>
                    <a:pt x="57" y="17"/>
                    <a:pt x="1" y="81"/>
                    <a:pt x="1" y="162"/>
                  </a:cubicBezTo>
                  <a:cubicBezTo>
                    <a:pt x="1" y="238"/>
                    <a:pt x="58" y="300"/>
                    <a:pt x="132" y="300"/>
                  </a:cubicBezTo>
                  <a:cubicBezTo>
                    <a:pt x="137" y="300"/>
                    <a:pt x="141" y="299"/>
                    <a:pt x="146" y="299"/>
                  </a:cubicBezTo>
                  <a:lnTo>
                    <a:pt x="718" y="291"/>
                  </a:lnTo>
                  <a:cubicBezTo>
                    <a:pt x="798" y="283"/>
                    <a:pt x="855" y="218"/>
                    <a:pt x="855" y="146"/>
                  </a:cubicBezTo>
                  <a:cubicBezTo>
                    <a:pt x="855" y="65"/>
                    <a:pt x="790" y="1"/>
                    <a:pt x="7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2" name="Google Shape;672;p40"/>
            <p:cNvSpPr/>
            <p:nvPr/>
          </p:nvSpPr>
          <p:spPr>
            <a:xfrm rot="125233" flipH="1">
              <a:off x="6751748" y="2368840"/>
              <a:ext cx="39450" cy="21925"/>
            </a:xfrm>
            <a:custGeom>
              <a:avLst/>
              <a:gdLst/>
              <a:ahLst/>
              <a:cxnLst/>
              <a:rect l="l" t="t" r="r" b="b"/>
              <a:pathLst>
                <a:path w="685" h="381" extrusionOk="0">
                  <a:moveTo>
                    <a:pt x="155" y="0"/>
                  </a:moveTo>
                  <a:cubicBezTo>
                    <a:pt x="94" y="0"/>
                    <a:pt x="38" y="44"/>
                    <a:pt x="24" y="103"/>
                  </a:cubicBezTo>
                  <a:cubicBezTo>
                    <a:pt x="0" y="184"/>
                    <a:pt x="48" y="256"/>
                    <a:pt x="121" y="280"/>
                  </a:cubicBezTo>
                  <a:lnTo>
                    <a:pt x="491" y="377"/>
                  </a:lnTo>
                  <a:cubicBezTo>
                    <a:pt x="502" y="379"/>
                    <a:pt x="512" y="380"/>
                    <a:pt x="522" y="380"/>
                  </a:cubicBezTo>
                  <a:cubicBezTo>
                    <a:pt x="590" y="380"/>
                    <a:pt x="648" y="335"/>
                    <a:pt x="669" y="272"/>
                  </a:cubicBezTo>
                  <a:cubicBezTo>
                    <a:pt x="685" y="200"/>
                    <a:pt x="644" y="119"/>
                    <a:pt x="564" y="103"/>
                  </a:cubicBezTo>
                  <a:lnTo>
                    <a:pt x="193" y="7"/>
                  </a:lnTo>
                  <a:cubicBezTo>
                    <a:pt x="181" y="2"/>
                    <a:pt x="167" y="0"/>
                    <a:pt x="1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3" name="Google Shape;673;p40"/>
            <p:cNvSpPr/>
            <p:nvPr/>
          </p:nvSpPr>
          <p:spPr>
            <a:xfrm rot="125330" flipH="1">
              <a:off x="6809026" y="2467800"/>
              <a:ext cx="50896" cy="22011"/>
            </a:xfrm>
            <a:custGeom>
              <a:avLst/>
              <a:gdLst/>
              <a:ahLst/>
              <a:cxnLst/>
              <a:rect l="l" t="t" r="r" b="b"/>
              <a:pathLst>
                <a:path w="622" h="269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33" y="226"/>
                    <a:pt x="331" y="266"/>
                  </a:cubicBezTo>
                  <a:cubicBezTo>
                    <a:pt x="346" y="268"/>
                    <a:pt x="361" y="268"/>
                    <a:pt x="375" y="268"/>
                  </a:cubicBezTo>
                  <a:cubicBezTo>
                    <a:pt x="586" y="268"/>
                    <a:pt x="621" y="105"/>
                    <a:pt x="621" y="10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4" name="Google Shape;674;p40"/>
            <p:cNvSpPr/>
            <p:nvPr/>
          </p:nvSpPr>
          <p:spPr>
            <a:xfrm rot="639438" flipH="1">
              <a:off x="6840551" y="2399612"/>
              <a:ext cx="44268" cy="21439"/>
            </a:xfrm>
            <a:custGeom>
              <a:avLst/>
              <a:gdLst/>
              <a:ahLst/>
              <a:cxnLst/>
              <a:rect l="l" t="t" r="r" b="b"/>
              <a:pathLst>
                <a:path w="541" h="262" extrusionOk="0">
                  <a:moveTo>
                    <a:pt x="214" y="0"/>
                  </a:moveTo>
                  <a:cubicBezTo>
                    <a:pt x="147" y="0"/>
                    <a:pt x="53" y="16"/>
                    <a:pt x="33" y="102"/>
                  </a:cubicBezTo>
                  <a:cubicBezTo>
                    <a:pt x="1" y="231"/>
                    <a:pt x="267" y="255"/>
                    <a:pt x="267" y="255"/>
                  </a:cubicBezTo>
                  <a:cubicBezTo>
                    <a:pt x="267" y="255"/>
                    <a:pt x="300" y="261"/>
                    <a:pt x="342" y="261"/>
                  </a:cubicBezTo>
                  <a:cubicBezTo>
                    <a:pt x="410" y="261"/>
                    <a:pt x="501" y="246"/>
                    <a:pt x="516" y="167"/>
                  </a:cubicBezTo>
                  <a:cubicBezTo>
                    <a:pt x="540" y="46"/>
                    <a:pt x="283" y="6"/>
                    <a:pt x="283" y="6"/>
                  </a:cubicBezTo>
                  <a:cubicBezTo>
                    <a:pt x="283" y="6"/>
                    <a:pt x="253" y="0"/>
                    <a:pt x="2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5" name="Google Shape;675;p40"/>
            <p:cNvSpPr/>
            <p:nvPr/>
          </p:nvSpPr>
          <p:spPr>
            <a:xfrm rot="125330" flipH="1">
              <a:off x="6849794" y="2398188"/>
              <a:ext cx="25775" cy="24303"/>
            </a:xfrm>
            <a:custGeom>
              <a:avLst/>
              <a:gdLst/>
              <a:ahLst/>
              <a:cxnLst/>
              <a:rect l="l" t="t" r="r" b="b"/>
              <a:pathLst>
                <a:path w="315" h="297" extrusionOk="0">
                  <a:moveTo>
                    <a:pt x="152" y="1"/>
                  </a:moveTo>
                  <a:cubicBezTo>
                    <a:pt x="88" y="1"/>
                    <a:pt x="23" y="53"/>
                    <a:pt x="9" y="124"/>
                  </a:cubicBezTo>
                  <a:cubicBezTo>
                    <a:pt x="1" y="205"/>
                    <a:pt x="49" y="277"/>
                    <a:pt x="129" y="293"/>
                  </a:cubicBezTo>
                  <a:cubicBezTo>
                    <a:pt x="139" y="295"/>
                    <a:pt x="148" y="296"/>
                    <a:pt x="157" y="296"/>
                  </a:cubicBezTo>
                  <a:cubicBezTo>
                    <a:pt x="228" y="296"/>
                    <a:pt x="291" y="244"/>
                    <a:pt x="299" y="173"/>
                  </a:cubicBezTo>
                  <a:cubicBezTo>
                    <a:pt x="315" y="92"/>
                    <a:pt x="258" y="12"/>
                    <a:pt x="178" y="4"/>
                  </a:cubicBezTo>
                  <a:cubicBezTo>
                    <a:pt x="169" y="2"/>
                    <a:pt x="161" y="1"/>
                    <a:pt x="1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76" name="Google Shape;676;p40"/>
          <p:cNvSpPr/>
          <p:nvPr/>
        </p:nvSpPr>
        <p:spPr>
          <a:xfrm>
            <a:off x="7947072" y="644276"/>
            <a:ext cx="324632" cy="511681"/>
          </a:xfrm>
          <a:custGeom>
            <a:avLst/>
            <a:gdLst/>
            <a:ahLst/>
            <a:cxnLst/>
            <a:rect l="l" t="t" r="r" b="b"/>
            <a:pathLst>
              <a:path w="16179" h="25498" extrusionOk="0">
                <a:moveTo>
                  <a:pt x="8087" y="1"/>
                </a:moveTo>
                <a:cubicBezTo>
                  <a:pt x="8069" y="1"/>
                  <a:pt x="8048" y="16"/>
                  <a:pt x="8038" y="47"/>
                </a:cubicBezTo>
                <a:cubicBezTo>
                  <a:pt x="7628" y="11283"/>
                  <a:pt x="7095" y="12042"/>
                  <a:pt x="42" y="12718"/>
                </a:cubicBezTo>
                <a:cubicBezTo>
                  <a:pt x="1" y="12718"/>
                  <a:pt x="1" y="12780"/>
                  <a:pt x="42" y="12780"/>
                </a:cubicBezTo>
                <a:cubicBezTo>
                  <a:pt x="7095" y="13457"/>
                  <a:pt x="7628" y="14215"/>
                  <a:pt x="8038" y="25452"/>
                </a:cubicBezTo>
                <a:cubicBezTo>
                  <a:pt x="8048" y="25482"/>
                  <a:pt x="8069" y="25498"/>
                  <a:pt x="8087" y="25498"/>
                </a:cubicBezTo>
                <a:cubicBezTo>
                  <a:pt x="8105" y="25498"/>
                  <a:pt x="8120" y="25482"/>
                  <a:pt x="8120" y="25452"/>
                </a:cubicBezTo>
                <a:cubicBezTo>
                  <a:pt x="8530" y="14215"/>
                  <a:pt x="9084" y="13457"/>
                  <a:pt x="16138" y="12780"/>
                </a:cubicBezTo>
                <a:cubicBezTo>
                  <a:pt x="16179" y="12780"/>
                  <a:pt x="16179" y="12718"/>
                  <a:pt x="16138" y="12718"/>
                </a:cubicBezTo>
                <a:cubicBezTo>
                  <a:pt x="9084" y="12042"/>
                  <a:pt x="8530" y="11283"/>
                  <a:pt x="8120" y="47"/>
                </a:cubicBezTo>
                <a:cubicBezTo>
                  <a:pt x="8120" y="16"/>
                  <a:pt x="8105" y="1"/>
                  <a:pt x="808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7" name="Google Shape;677;p40"/>
          <p:cNvSpPr/>
          <p:nvPr/>
        </p:nvSpPr>
        <p:spPr>
          <a:xfrm>
            <a:off x="4613472" y="3989176"/>
            <a:ext cx="324632" cy="511681"/>
          </a:xfrm>
          <a:custGeom>
            <a:avLst/>
            <a:gdLst/>
            <a:ahLst/>
            <a:cxnLst/>
            <a:rect l="l" t="t" r="r" b="b"/>
            <a:pathLst>
              <a:path w="16179" h="25498" extrusionOk="0">
                <a:moveTo>
                  <a:pt x="8087" y="1"/>
                </a:moveTo>
                <a:cubicBezTo>
                  <a:pt x="8069" y="1"/>
                  <a:pt x="8048" y="16"/>
                  <a:pt x="8038" y="47"/>
                </a:cubicBezTo>
                <a:cubicBezTo>
                  <a:pt x="7628" y="11283"/>
                  <a:pt x="7095" y="12042"/>
                  <a:pt x="42" y="12718"/>
                </a:cubicBezTo>
                <a:cubicBezTo>
                  <a:pt x="1" y="12718"/>
                  <a:pt x="1" y="12780"/>
                  <a:pt x="42" y="12780"/>
                </a:cubicBezTo>
                <a:cubicBezTo>
                  <a:pt x="7095" y="13457"/>
                  <a:pt x="7628" y="14215"/>
                  <a:pt x="8038" y="25452"/>
                </a:cubicBezTo>
                <a:cubicBezTo>
                  <a:pt x="8048" y="25482"/>
                  <a:pt x="8069" y="25498"/>
                  <a:pt x="8087" y="25498"/>
                </a:cubicBezTo>
                <a:cubicBezTo>
                  <a:pt x="8105" y="25498"/>
                  <a:pt x="8120" y="25482"/>
                  <a:pt x="8120" y="25452"/>
                </a:cubicBezTo>
                <a:cubicBezTo>
                  <a:pt x="8530" y="14215"/>
                  <a:pt x="9084" y="13457"/>
                  <a:pt x="16138" y="12780"/>
                </a:cubicBezTo>
                <a:cubicBezTo>
                  <a:pt x="16179" y="12780"/>
                  <a:pt x="16179" y="12718"/>
                  <a:pt x="16138" y="12718"/>
                </a:cubicBezTo>
                <a:cubicBezTo>
                  <a:pt x="9084" y="12042"/>
                  <a:pt x="8530" y="11283"/>
                  <a:pt x="8120" y="47"/>
                </a:cubicBezTo>
                <a:cubicBezTo>
                  <a:pt x="8120" y="16"/>
                  <a:pt x="8105" y="1"/>
                  <a:pt x="808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3"/>
          <p:cNvSpPr/>
          <p:nvPr/>
        </p:nvSpPr>
        <p:spPr>
          <a:xfrm>
            <a:off x="6393900" y="909300"/>
            <a:ext cx="1001400" cy="1001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43"/>
          <p:cNvSpPr txBox="1">
            <a:spLocks noGrp="1"/>
          </p:cNvSpPr>
          <p:nvPr>
            <p:ph type="title"/>
          </p:nvPr>
        </p:nvSpPr>
        <p:spPr>
          <a:xfrm>
            <a:off x="4872932" y="2294554"/>
            <a:ext cx="3634851" cy="268591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Share SME</a:t>
            </a:r>
            <a:br>
              <a:rPr lang="en-US" dirty="0"/>
            </a:br>
            <a:r>
              <a:rPr lang="en-US" dirty="0"/>
              <a:t>Story </a:t>
            </a:r>
            <a:endParaRPr dirty="0"/>
          </a:p>
        </p:txBody>
      </p:sp>
      <p:grpSp>
        <p:nvGrpSpPr>
          <p:cNvPr id="730" name="Google Shape;730;p43"/>
          <p:cNvGrpSpPr/>
          <p:nvPr/>
        </p:nvGrpSpPr>
        <p:grpSpPr>
          <a:xfrm>
            <a:off x="829357" y="1309643"/>
            <a:ext cx="3893095" cy="2946124"/>
            <a:chOff x="829357" y="1309643"/>
            <a:chExt cx="3893095" cy="2946124"/>
          </a:xfrm>
        </p:grpSpPr>
        <p:sp>
          <p:nvSpPr>
            <p:cNvPr id="731" name="Google Shape;731;p43"/>
            <p:cNvSpPr/>
            <p:nvPr/>
          </p:nvSpPr>
          <p:spPr>
            <a:xfrm>
              <a:off x="832000" y="2329050"/>
              <a:ext cx="3889450" cy="24825"/>
            </a:xfrm>
            <a:custGeom>
              <a:avLst/>
              <a:gdLst/>
              <a:ahLst/>
              <a:cxnLst/>
              <a:rect l="l" t="t" r="r" b="b"/>
              <a:pathLst>
                <a:path w="155578" h="993" extrusionOk="0">
                  <a:moveTo>
                    <a:pt x="0" y="479"/>
                  </a:moveTo>
                  <a:lnTo>
                    <a:pt x="2465" y="0"/>
                  </a:lnTo>
                  <a:lnTo>
                    <a:pt x="153969" y="0"/>
                  </a:lnTo>
                  <a:lnTo>
                    <a:pt x="155578" y="514"/>
                  </a:lnTo>
                  <a:lnTo>
                    <a:pt x="155167" y="993"/>
                  </a:lnTo>
                  <a:lnTo>
                    <a:pt x="753" y="99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732" name="Google Shape;732;p43"/>
            <p:cNvSpPr/>
            <p:nvPr/>
          </p:nvSpPr>
          <p:spPr>
            <a:xfrm>
              <a:off x="1157400" y="2679400"/>
              <a:ext cx="3207379" cy="1480945"/>
            </a:xfrm>
            <a:custGeom>
              <a:avLst/>
              <a:gdLst/>
              <a:ahLst/>
              <a:cxnLst/>
              <a:rect l="l" t="t" r="r" b="b"/>
              <a:pathLst>
                <a:path w="51323" h="22638" extrusionOk="0">
                  <a:moveTo>
                    <a:pt x="0" y="1"/>
                  </a:moveTo>
                  <a:lnTo>
                    <a:pt x="0" y="22638"/>
                  </a:lnTo>
                  <a:lnTo>
                    <a:pt x="51323" y="22638"/>
                  </a:lnTo>
                  <a:lnTo>
                    <a:pt x="51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3"/>
            <p:cNvSpPr/>
            <p:nvPr/>
          </p:nvSpPr>
          <p:spPr>
            <a:xfrm>
              <a:off x="2536858" y="1595261"/>
              <a:ext cx="98492" cy="298340"/>
            </a:xfrm>
            <a:custGeom>
              <a:avLst/>
              <a:gdLst/>
              <a:ahLst/>
              <a:cxnLst/>
              <a:rect l="l" t="t" r="r" b="b"/>
              <a:pathLst>
                <a:path w="2236" h="6767" extrusionOk="0">
                  <a:moveTo>
                    <a:pt x="1128" y="0"/>
                  </a:moveTo>
                  <a:cubicBezTo>
                    <a:pt x="247" y="0"/>
                    <a:pt x="1" y="1641"/>
                    <a:pt x="944" y="2399"/>
                  </a:cubicBezTo>
                  <a:cubicBezTo>
                    <a:pt x="944" y="3588"/>
                    <a:pt x="21" y="6767"/>
                    <a:pt x="1128" y="6767"/>
                  </a:cubicBezTo>
                  <a:cubicBezTo>
                    <a:pt x="2236" y="6767"/>
                    <a:pt x="1292" y="3588"/>
                    <a:pt x="1292" y="2399"/>
                  </a:cubicBezTo>
                  <a:cubicBezTo>
                    <a:pt x="2215" y="1641"/>
                    <a:pt x="2010" y="0"/>
                    <a:pt x="11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3"/>
            <p:cNvSpPr/>
            <p:nvPr/>
          </p:nvSpPr>
          <p:spPr>
            <a:xfrm>
              <a:off x="858792" y="4095388"/>
              <a:ext cx="3859691" cy="160380"/>
            </a:xfrm>
            <a:custGeom>
              <a:avLst/>
              <a:gdLst/>
              <a:ahLst/>
              <a:cxnLst/>
              <a:rect l="l" t="t" r="r" b="b"/>
              <a:pathLst>
                <a:path w="61761" h="2564" extrusionOk="0">
                  <a:moveTo>
                    <a:pt x="1313" y="1"/>
                  </a:moveTo>
                  <a:cubicBezTo>
                    <a:pt x="575" y="1"/>
                    <a:pt x="1" y="595"/>
                    <a:pt x="1" y="1313"/>
                  </a:cubicBezTo>
                  <a:cubicBezTo>
                    <a:pt x="1" y="2010"/>
                    <a:pt x="554" y="2564"/>
                    <a:pt x="1231" y="2564"/>
                  </a:cubicBezTo>
                  <a:lnTo>
                    <a:pt x="60530" y="2564"/>
                  </a:lnTo>
                  <a:cubicBezTo>
                    <a:pt x="61207" y="2564"/>
                    <a:pt x="61760" y="2010"/>
                    <a:pt x="61760" y="1313"/>
                  </a:cubicBezTo>
                  <a:lnTo>
                    <a:pt x="61760" y="1251"/>
                  </a:lnTo>
                  <a:cubicBezTo>
                    <a:pt x="61760" y="554"/>
                    <a:pt x="61207" y="1"/>
                    <a:pt x="60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43"/>
            <p:cNvSpPr/>
            <p:nvPr/>
          </p:nvSpPr>
          <p:spPr>
            <a:xfrm>
              <a:off x="2760504" y="2679403"/>
              <a:ext cx="625377" cy="1416021"/>
            </a:xfrm>
            <a:custGeom>
              <a:avLst/>
              <a:gdLst/>
              <a:ahLst/>
              <a:cxnLst/>
              <a:rect l="l" t="t" r="r" b="b"/>
              <a:pathLst>
                <a:path w="10007" h="22638" extrusionOk="0">
                  <a:moveTo>
                    <a:pt x="0" y="1"/>
                  </a:moveTo>
                  <a:lnTo>
                    <a:pt x="0" y="22638"/>
                  </a:lnTo>
                  <a:lnTo>
                    <a:pt x="10007" y="22638"/>
                  </a:lnTo>
                  <a:lnTo>
                    <a:pt x="100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3"/>
            <p:cNvSpPr/>
            <p:nvPr/>
          </p:nvSpPr>
          <p:spPr>
            <a:xfrm>
              <a:off x="2788690" y="2707614"/>
              <a:ext cx="569017" cy="1360838"/>
            </a:xfrm>
            <a:custGeom>
              <a:avLst/>
              <a:gdLst/>
              <a:ahLst/>
              <a:cxnLst/>
              <a:rect l="l" t="t" r="r" b="b"/>
              <a:pathLst>
                <a:path w="9105" h="21756" extrusionOk="0">
                  <a:moveTo>
                    <a:pt x="0" y="1"/>
                  </a:moveTo>
                  <a:lnTo>
                    <a:pt x="0" y="21756"/>
                  </a:lnTo>
                  <a:lnTo>
                    <a:pt x="9104" y="21756"/>
                  </a:lnTo>
                  <a:lnTo>
                    <a:pt x="91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3"/>
            <p:cNvSpPr/>
            <p:nvPr/>
          </p:nvSpPr>
          <p:spPr>
            <a:xfrm>
              <a:off x="1099717" y="2176611"/>
              <a:ext cx="3321493" cy="502844"/>
            </a:xfrm>
            <a:custGeom>
              <a:avLst/>
              <a:gdLst/>
              <a:ahLst/>
              <a:cxnLst/>
              <a:rect l="l" t="t" r="r" b="b"/>
              <a:pathLst>
                <a:path w="53149" h="8039" extrusionOk="0">
                  <a:moveTo>
                    <a:pt x="1" y="1"/>
                  </a:moveTo>
                  <a:lnTo>
                    <a:pt x="1" y="8039"/>
                  </a:lnTo>
                  <a:lnTo>
                    <a:pt x="53148" y="8039"/>
                  </a:lnTo>
                  <a:lnTo>
                    <a:pt x="53148" y="1"/>
                  </a:lnTo>
                  <a:close/>
                </a:path>
              </a:pathLst>
            </a:custGeom>
            <a:solidFill>
              <a:srgbClr val="2B30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3"/>
            <p:cNvSpPr/>
            <p:nvPr/>
          </p:nvSpPr>
          <p:spPr>
            <a:xfrm>
              <a:off x="1072781" y="2903839"/>
              <a:ext cx="463955" cy="978667"/>
            </a:xfrm>
            <a:custGeom>
              <a:avLst/>
              <a:gdLst/>
              <a:ahLst/>
              <a:cxnLst/>
              <a:rect l="l" t="t" r="r" b="b"/>
              <a:pathLst>
                <a:path w="7424" h="15646" extrusionOk="0">
                  <a:moveTo>
                    <a:pt x="432" y="1"/>
                  </a:moveTo>
                  <a:cubicBezTo>
                    <a:pt x="186" y="1"/>
                    <a:pt x="1" y="186"/>
                    <a:pt x="1" y="411"/>
                  </a:cubicBezTo>
                  <a:lnTo>
                    <a:pt x="1" y="15236"/>
                  </a:lnTo>
                  <a:cubicBezTo>
                    <a:pt x="1" y="15461"/>
                    <a:pt x="186" y="15646"/>
                    <a:pt x="432" y="15646"/>
                  </a:cubicBezTo>
                  <a:lnTo>
                    <a:pt x="7014" y="15646"/>
                  </a:lnTo>
                  <a:cubicBezTo>
                    <a:pt x="7239" y="15646"/>
                    <a:pt x="7424" y="15461"/>
                    <a:pt x="7424" y="15236"/>
                  </a:cubicBezTo>
                  <a:lnTo>
                    <a:pt x="7424" y="411"/>
                  </a:lnTo>
                  <a:cubicBezTo>
                    <a:pt x="7424" y="186"/>
                    <a:pt x="7239" y="1"/>
                    <a:pt x="70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43"/>
            <p:cNvSpPr/>
            <p:nvPr/>
          </p:nvSpPr>
          <p:spPr>
            <a:xfrm>
              <a:off x="1099717" y="2930798"/>
              <a:ext cx="411398" cy="926062"/>
            </a:xfrm>
            <a:custGeom>
              <a:avLst/>
              <a:gdLst/>
              <a:ahLst/>
              <a:cxnLst/>
              <a:rect l="l" t="t" r="r" b="b"/>
              <a:pathLst>
                <a:path w="6583" h="14805" extrusionOk="0">
                  <a:moveTo>
                    <a:pt x="1" y="1"/>
                  </a:moveTo>
                  <a:lnTo>
                    <a:pt x="1" y="14805"/>
                  </a:lnTo>
                  <a:lnTo>
                    <a:pt x="6583" y="14805"/>
                  </a:lnTo>
                  <a:lnTo>
                    <a:pt x="65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3"/>
            <p:cNvSpPr/>
            <p:nvPr/>
          </p:nvSpPr>
          <p:spPr>
            <a:xfrm>
              <a:off x="1728934" y="2903839"/>
              <a:ext cx="1003403" cy="978667"/>
            </a:xfrm>
            <a:custGeom>
              <a:avLst/>
              <a:gdLst/>
              <a:ahLst/>
              <a:cxnLst/>
              <a:rect l="l" t="t" r="r" b="b"/>
              <a:pathLst>
                <a:path w="16056" h="15646" extrusionOk="0">
                  <a:moveTo>
                    <a:pt x="410" y="1"/>
                  </a:moveTo>
                  <a:cubicBezTo>
                    <a:pt x="185" y="1"/>
                    <a:pt x="0" y="186"/>
                    <a:pt x="0" y="411"/>
                  </a:cubicBezTo>
                  <a:lnTo>
                    <a:pt x="0" y="15236"/>
                  </a:lnTo>
                  <a:cubicBezTo>
                    <a:pt x="0" y="15461"/>
                    <a:pt x="185" y="15646"/>
                    <a:pt x="410" y="15646"/>
                  </a:cubicBezTo>
                  <a:lnTo>
                    <a:pt x="15645" y="15646"/>
                  </a:lnTo>
                  <a:cubicBezTo>
                    <a:pt x="15871" y="15646"/>
                    <a:pt x="16055" y="15461"/>
                    <a:pt x="16055" y="15236"/>
                  </a:cubicBezTo>
                  <a:lnTo>
                    <a:pt x="16055" y="411"/>
                  </a:lnTo>
                  <a:cubicBezTo>
                    <a:pt x="16055" y="186"/>
                    <a:pt x="15871" y="1"/>
                    <a:pt x="156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3"/>
            <p:cNvSpPr/>
            <p:nvPr/>
          </p:nvSpPr>
          <p:spPr>
            <a:xfrm>
              <a:off x="1754557" y="2930798"/>
              <a:ext cx="952158" cy="926062"/>
            </a:xfrm>
            <a:custGeom>
              <a:avLst/>
              <a:gdLst/>
              <a:ahLst/>
              <a:cxnLst/>
              <a:rect l="l" t="t" r="r" b="b"/>
              <a:pathLst>
                <a:path w="15236" h="14805" extrusionOk="0">
                  <a:moveTo>
                    <a:pt x="0" y="1"/>
                  </a:moveTo>
                  <a:lnTo>
                    <a:pt x="0" y="14805"/>
                  </a:lnTo>
                  <a:lnTo>
                    <a:pt x="15235" y="14805"/>
                  </a:lnTo>
                  <a:lnTo>
                    <a:pt x="152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3"/>
            <p:cNvSpPr/>
            <p:nvPr/>
          </p:nvSpPr>
          <p:spPr>
            <a:xfrm>
              <a:off x="3444780" y="2903839"/>
              <a:ext cx="1003403" cy="978667"/>
            </a:xfrm>
            <a:custGeom>
              <a:avLst/>
              <a:gdLst/>
              <a:ahLst/>
              <a:cxnLst/>
              <a:rect l="l" t="t" r="r" b="b"/>
              <a:pathLst>
                <a:path w="16056" h="15646" extrusionOk="0">
                  <a:moveTo>
                    <a:pt x="411" y="1"/>
                  </a:moveTo>
                  <a:cubicBezTo>
                    <a:pt x="185" y="1"/>
                    <a:pt x="1" y="186"/>
                    <a:pt x="1" y="411"/>
                  </a:cubicBezTo>
                  <a:lnTo>
                    <a:pt x="1" y="15236"/>
                  </a:lnTo>
                  <a:cubicBezTo>
                    <a:pt x="1" y="15461"/>
                    <a:pt x="185" y="15646"/>
                    <a:pt x="411" y="15646"/>
                  </a:cubicBezTo>
                  <a:lnTo>
                    <a:pt x="15646" y="15646"/>
                  </a:lnTo>
                  <a:cubicBezTo>
                    <a:pt x="15871" y="15646"/>
                    <a:pt x="16056" y="15461"/>
                    <a:pt x="16056" y="15236"/>
                  </a:cubicBezTo>
                  <a:lnTo>
                    <a:pt x="16056" y="411"/>
                  </a:lnTo>
                  <a:cubicBezTo>
                    <a:pt x="16056" y="186"/>
                    <a:pt x="15871" y="1"/>
                    <a:pt x="156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3"/>
            <p:cNvSpPr/>
            <p:nvPr/>
          </p:nvSpPr>
          <p:spPr>
            <a:xfrm>
              <a:off x="3470403" y="2930798"/>
              <a:ext cx="950908" cy="926062"/>
            </a:xfrm>
            <a:custGeom>
              <a:avLst/>
              <a:gdLst/>
              <a:ahLst/>
              <a:cxnLst/>
              <a:rect l="l" t="t" r="r" b="b"/>
              <a:pathLst>
                <a:path w="15216" h="14805" extrusionOk="0">
                  <a:moveTo>
                    <a:pt x="1" y="1"/>
                  </a:moveTo>
                  <a:lnTo>
                    <a:pt x="1" y="14805"/>
                  </a:lnTo>
                  <a:lnTo>
                    <a:pt x="15215" y="14805"/>
                  </a:lnTo>
                  <a:lnTo>
                    <a:pt x="15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43"/>
            <p:cNvSpPr/>
            <p:nvPr/>
          </p:nvSpPr>
          <p:spPr>
            <a:xfrm>
              <a:off x="2788690" y="2794873"/>
              <a:ext cx="569008" cy="1127412"/>
            </a:xfrm>
            <a:custGeom>
              <a:avLst/>
              <a:gdLst/>
              <a:ahLst/>
              <a:cxnLst/>
              <a:rect l="l" t="t" r="r" b="b"/>
              <a:pathLst>
                <a:path w="9105" h="18024" extrusionOk="0">
                  <a:moveTo>
                    <a:pt x="9104" y="0"/>
                  </a:moveTo>
                  <a:lnTo>
                    <a:pt x="0" y="9104"/>
                  </a:lnTo>
                  <a:lnTo>
                    <a:pt x="0" y="18023"/>
                  </a:lnTo>
                  <a:lnTo>
                    <a:pt x="9104" y="8920"/>
                  </a:lnTo>
                  <a:lnTo>
                    <a:pt x="9104" y="0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3"/>
            <p:cNvSpPr/>
            <p:nvPr/>
          </p:nvSpPr>
          <p:spPr>
            <a:xfrm>
              <a:off x="3282038" y="3186010"/>
              <a:ext cx="33372" cy="270719"/>
            </a:xfrm>
            <a:custGeom>
              <a:avLst/>
              <a:gdLst/>
              <a:ahLst/>
              <a:cxnLst/>
              <a:rect l="l" t="t" r="r" b="b"/>
              <a:pathLst>
                <a:path w="534" h="4328" extrusionOk="0">
                  <a:moveTo>
                    <a:pt x="267" y="1"/>
                  </a:moveTo>
                  <a:cubicBezTo>
                    <a:pt x="124" y="1"/>
                    <a:pt x="1" y="124"/>
                    <a:pt x="1" y="288"/>
                  </a:cubicBezTo>
                  <a:lnTo>
                    <a:pt x="1" y="4040"/>
                  </a:lnTo>
                  <a:cubicBezTo>
                    <a:pt x="1" y="4204"/>
                    <a:pt x="124" y="4327"/>
                    <a:pt x="267" y="4327"/>
                  </a:cubicBezTo>
                  <a:cubicBezTo>
                    <a:pt x="411" y="4327"/>
                    <a:pt x="534" y="4204"/>
                    <a:pt x="534" y="4040"/>
                  </a:cubicBezTo>
                  <a:lnTo>
                    <a:pt x="534" y="288"/>
                  </a:lnTo>
                  <a:cubicBezTo>
                    <a:pt x="534" y="124"/>
                    <a:pt x="411" y="1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3"/>
            <p:cNvSpPr/>
            <p:nvPr/>
          </p:nvSpPr>
          <p:spPr>
            <a:xfrm>
              <a:off x="3470403" y="2930798"/>
              <a:ext cx="952158" cy="926062"/>
            </a:xfrm>
            <a:custGeom>
              <a:avLst/>
              <a:gdLst/>
              <a:ahLst/>
              <a:cxnLst/>
              <a:rect l="l" t="t" r="r" b="b"/>
              <a:pathLst>
                <a:path w="15236" h="14805" extrusionOk="0">
                  <a:moveTo>
                    <a:pt x="9064" y="1"/>
                  </a:moveTo>
                  <a:lnTo>
                    <a:pt x="1" y="9064"/>
                  </a:lnTo>
                  <a:lnTo>
                    <a:pt x="1" y="14805"/>
                  </a:lnTo>
                  <a:lnTo>
                    <a:pt x="4225" y="14805"/>
                  </a:lnTo>
                  <a:lnTo>
                    <a:pt x="15236" y="3814"/>
                  </a:lnTo>
                  <a:lnTo>
                    <a:pt x="15236" y="1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3"/>
            <p:cNvSpPr/>
            <p:nvPr/>
          </p:nvSpPr>
          <p:spPr>
            <a:xfrm>
              <a:off x="1754557" y="2930798"/>
              <a:ext cx="952158" cy="926062"/>
            </a:xfrm>
            <a:custGeom>
              <a:avLst/>
              <a:gdLst/>
              <a:ahLst/>
              <a:cxnLst/>
              <a:rect l="l" t="t" r="r" b="b"/>
              <a:pathLst>
                <a:path w="15236" h="14805" extrusionOk="0">
                  <a:moveTo>
                    <a:pt x="11524" y="1"/>
                  </a:moveTo>
                  <a:lnTo>
                    <a:pt x="0" y="11524"/>
                  </a:lnTo>
                  <a:lnTo>
                    <a:pt x="0" y="14805"/>
                  </a:lnTo>
                  <a:lnTo>
                    <a:pt x="6705" y="14805"/>
                  </a:lnTo>
                  <a:lnTo>
                    <a:pt x="15235" y="6275"/>
                  </a:lnTo>
                  <a:lnTo>
                    <a:pt x="15235" y="1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3"/>
            <p:cNvSpPr/>
            <p:nvPr/>
          </p:nvSpPr>
          <p:spPr>
            <a:xfrm>
              <a:off x="1099717" y="2930798"/>
              <a:ext cx="411398" cy="926062"/>
            </a:xfrm>
            <a:custGeom>
              <a:avLst/>
              <a:gdLst/>
              <a:ahLst/>
              <a:cxnLst/>
              <a:rect l="l" t="t" r="r" b="b"/>
              <a:pathLst>
                <a:path w="6583" h="14805" extrusionOk="0">
                  <a:moveTo>
                    <a:pt x="4840" y="1"/>
                  </a:moveTo>
                  <a:lnTo>
                    <a:pt x="1" y="4840"/>
                  </a:lnTo>
                  <a:lnTo>
                    <a:pt x="1" y="14805"/>
                  </a:lnTo>
                  <a:lnTo>
                    <a:pt x="6583" y="8223"/>
                  </a:lnTo>
                  <a:lnTo>
                    <a:pt x="6583" y="1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3"/>
            <p:cNvSpPr/>
            <p:nvPr/>
          </p:nvSpPr>
          <p:spPr>
            <a:xfrm>
              <a:off x="1754557" y="2930798"/>
              <a:ext cx="270411" cy="270656"/>
            </a:xfrm>
            <a:custGeom>
              <a:avLst/>
              <a:gdLst/>
              <a:ahLst/>
              <a:cxnLst/>
              <a:rect l="l" t="t" r="r" b="b"/>
              <a:pathLst>
                <a:path w="4327" h="4327" extrusionOk="0">
                  <a:moveTo>
                    <a:pt x="0" y="1"/>
                  </a:moveTo>
                  <a:lnTo>
                    <a:pt x="0" y="4327"/>
                  </a:lnTo>
                  <a:lnTo>
                    <a:pt x="4327" y="1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3"/>
            <p:cNvSpPr/>
            <p:nvPr/>
          </p:nvSpPr>
          <p:spPr>
            <a:xfrm>
              <a:off x="829357" y="1309643"/>
              <a:ext cx="3892938" cy="1031209"/>
            </a:xfrm>
            <a:custGeom>
              <a:avLst/>
              <a:gdLst/>
              <a:ahLst/>
              <a:cxnLst/>
              <a:rect l="l" t="t" r="r" b="b"/>
              <a:pathLst>
                <a:path w="62293" h="16486" extrusionOk="0">
                  <a:moveTo>
                    <a:pt x="12282" y="0"/>
                  </a:moveTo>
                  <a:cubicBezTo>
                    <a:pt x="11544" y="7812"/>
                    <a:pt x="5311" y="13902"/>
                    <a:pt x="0" y="16486"/>
                  </a:cubicBezTo>
                  <a:lnTo>
                    <a:pt x="62293" y="16486"/>
                  </a:lnTo>
                  <a:cubicBezTo>
                    <a:pt x="57003" y="13881"/>
                    <a:pt x="50749" y="7812"/>
                    <a:pt x="50031" y="0"/>
                  </a:cubicBezTo>
                  <a:cubicBezTo>
                    <a:pt x="46080" y="1342"/>
                    <a:pt x="35050" y="1395"/>
                    <a:pt x="31892" y="1395"/>
                  </a:cubicBezTo>
                  <a:cubicBezTo>
                    <a:pt x="31625" y="1395"/>
                    <a:pt x="31415" y="1394"/>
                    <a:pt x="31269" y="1394"/>
                  </a:cubicBezTo>
                  <a:lnTo>
                    <a:pt x="31023" y="1394"/>
                  </a:lnTo>
                  <a:cubicBezTo>
                    <a:pt x="30878" y="1394"/>
                    <a:pt x="30667" y="1395"/>
                    <a:pt x="30401" y="1395"/>
                  </a:cubicBezTo>
                  <a:cubicBezTo>
                    <a:pt x="27243" y="1395"/>
                    <a:pt x="16215" y="1342"/>
                    <a:pt x="122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3"/>
            <p:cNvSpPr/>
            <p:nvPr/>
          </p:nvSpPr>
          <p:spPr>
            <a:xfrm>
              <a:off x="830606" y="2340810"/>
              <a:ext cx="229415" cy="433601"/>
            </a:xfrm>
            <a:custGeom>
              <a:avLst/>
              <a:gdLst/>
              <a:ahLst/>
              <a:cxnLst/>
              <a:rect l="l" t="t" r="r" b="b"/>
              <a:pathLst>
                <a:path w="3671" h="6932" extrusionOk="0">
                  <a:moveTo>
                    <a:pt x="1" y="1"/>
                  </a:moveTo>
                  <a:lnTo>
                    <a:pt x="1" y="5106"/>
                  </a:lnTo>
                  <a:cubicBezTo>
                    <a:pt x="1" y="6111"/>
                    <a:pt x="821" y="6931"/>
                    <a:pt x="1826" y="6931"/>
                  </a:cubicBezTo>
                  <a:cubicBezTo>
                    <a:pt x="2851" y="6931"/>
                    <a:pt x="3671" y="6111"/>
                    <a:pt x="3671" y="5106"/>
                  </a:cubicBezTo>
                  <a:lnTo>
                    <a:pt x="36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3"/>
            <p:cNvSpPr/>
            <p:nvPr/>
          </p:nvSpPr>
          <p:spPr>
            <a:xfrm>
              <a:off x="1059969" y="2340810"/>
              <a:ext cx="230728" cy="433601"/>
            </a:xfrm>
            <a:custGeom>
              <a:avLst/>
              <a:gdLst/>
              <a:ahLst/>
              <a:cxnLst/>
              <a:rect l="l" t="t" r="r" b="b"/>
              <a:pathLst>
                <a:path w="3692" h="6932" extrusionOk="0">
                  <a:moveTo>
                    <a:pt x="1" y="1"/>
                  </a:moveTo>
                  <a:lnTo>
                    <a:pt x="1" y="5106"/>
                  </a:lnTo>
                  <a:cubicBezTo>
                    <a:pt x="1" y="6111"/>
                    <a:pt x="842" y="6931"/>
                    <a:pt x="1846" y="6931"/>
                  </a:cubicBezTo>
                  <a:cubicBezTo>
                    <a:pt x="2872" y="6931"/>
                    <a:pt x="3692" y="6111"/>
                    <a:pt x="3692" y="5106"/>
                  </a:cubicBezTo>
                  <a:lnTo>
                    <a:pt x="36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3"/>
            <p:cNvSpPr/>
            <p:nvPr/>
          </p:nvSpPr>
          <p:spPr>
            <a:xfrm>
              <a:off x="1288082" y="2340810"/>
              <a:ext cx="230728" cy="433601"/>
            </a:xfrm>
            <a:custGeom>
              <a:avLst/>
              <a:gdLst/>
              <a:ahLst/>
              <a:cxnLst/>
              <a:rect l="l" t="t" r="r" b="b"/>
              <a:pathLst>
                <a:path w="3692" h="6932" extrusionOk="0">
                  <a:moveTo>
                    <a:pt x="1" y="1"/>
                  </a:moveTo>
                  <a:lnTo>
                    <a:pt x="1" y="5106"/>
                  </a:lnTo>
                  <a:cubicBezTo>
                    <a:pt x="1" y="6111"/>
                    <a:pt x="821" y="6931"/>
                    <a:pt x="1846" y="6931"/>
                  </a:cubicBezTo>
                  <a:cubicBezTo>
                    <a:pt x="2851" y="6931"/>
                    <a:pt x="3692" y="6111"/>
                    <a:pt x="3692" y="5106"/>
                  </a:cubicBezTo>
                  <a:lnTo>
                    <a:pt x="369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3"/>
            <p:cNvSpPr/>
            <p:nvPr/>
          </p:nvSpPr>
          <p:spPr>
            <a:xfrm>
              <a:off x="1517507" y="2340810"/>
              <a:ext cx="230665" cy="433601"/>
            </a:xfrm>
            <a:custGeom>
              <a:avLst/>
              <a:gdLst/>
              <a:ahLst/>
              <a:cxnLst/>
              <a:rect l="l" t="t" r="r" b="b"/>
              <a:pathLst>
                <a:path w="3691" h="6932" extrusionOk="0">
                  <a:moveTo>
                    <a:pt x="0" y="1"/>
                  </a:moveTo>
                  <a:lnTo>
                    <a:pt x="0" y="5106"/>
                  </a:lnTo>
                  <a:cubicBezTo>
                    <a:pt x="0" y="6111"/>
                    <a:pt x="841" y="6931"/>
                    <a:pt x="1845" y="6931"/>
                  </a:cubicBezTo>
                  <a:cubicBezTo>
                    <a:pt x="2871" y="6931"/>
                    <a:pt x="3691" y="6111"/>
                    <a:pt x="3691" y="5106"/>
                  </a:cubicBezTo>
                  <a:lnTo>
                    <a:pt x="36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3"/>
            <p:cNvSpPr/>
            <p:nvPr/>
          </p:nvSpPr>
          <p:spPr>
            <a:xfrm>
              <a:off x="1745558" y="2340810"/>
              <a:ext cx="230728" cy="433601"/>
            </a:xfrm>
            <a:custGeom>
              <a:avLst/>
              <a:gdLst/>
              <a:ahLst/>
              <a:cxnLst/>
              <a:rect l="l" t="t" r="r" b="b"/>
              <a:pathLst>
                <a:path w="3692" h="6932" extrusionOk="0">
                  <a:moveTo>
                    <a:pt x="1" y="1"/>
                  </a:moveTo>
                  <a:lnTo>
                    <a:pt x="1" y="5106"/>
                  </a:lnTo>
                  <a:cubicBezTo>
                    <a:pt x="1" y="6111"/>
                    <a:pt x="821" y="6931"/>
                    <a:pt x="1846" y="6931"/>
                  </a:cubicBezTo>
                  <a:cubicBezTo>
                    <a:pt x="2851" y="6931"/>
                    <a:pt x="3692" y="6111"/>
                    <a:pt x="3692" y="5106"/>
                  </a:cubicBezTo>
                  <a:lnTo>
                    <a:pt x="369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43"/>
            <p:cNvSpPr/>
            <p:nvPr/>
          </p:nvSpPr>
          <p:spPr>
            <a:xfrm>
              <a:off x="1976233" y="2340810"/>
              <a:ext cx="229415" cy="433601"/>
            </a:xfrm>
            <a:custGeom>
              <a:avLst/>
              <a:gdLst/>
              <a:ahLst/>
              <a:cxnLst/>
              <a:rect l="l" t="t" r="r" b="b"/>
              <a:pathLst>
                <a:path w="3671" h="6932" extrusionOk="0">
                  <a:moveTo>
                    <a:pt x="1" y="1"/>
                  </a:moveTo>
                  <a:lnTo>
                    <a:pt x="1" y="5106"/>
                  </a:lnTo>
                  <a:cubicBezTo>
                    <a:pt x="1" y="6111"/>
                    <a:pt x="821" y="6931"/>
                    <a:pt x="1826" y="6931"/>
                  </a:cubicBezTo>
                  <a:cubicBezTo>
                    <a:pt x="2851" y="6931"/>
                    <a:pt x="3671" y="6111"/>
                    <a:pt x="3671" y="5106"/>
                  </a:cubicBezTo>
                  <a:lnTo>
                    <a:pt x="36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3"/>
            <p:cNvSpPr/>
            <p:nvPr/>
          </p:nvSpPr>
          <p:spPr>
            <a:xfrm>
              <a:off x="2203033" y="2340810"/>
              <a:ext cx="230728" cy="433601"/>
            </a:xfrm>
            <a:custGeom>
              <a:avLst/>
              <a:gdLst/>
              <a:ahLst/>
              <a:cxnLst/>
              <a:rect l="l" t="t" r="r" b="b"/>
              <a:pathLst>
                <a:path w="3692" h="6932" extrusionOk="0">
                  <a:moveTo>
                    <a:pt x="1" y="1"/>
                  </a:moveTo>
                  <a:lnTo>
                    <a:pt x="1" y="5106"/>
                  </a:lnTo>
                  <a:cubicBezTo>
                    <a:pt x="1" y="6111"/>
                    <a:pt x="842" y="6931"/>
                    <a:pt x="1846" y="6931"/>
                  </a:cubicBezTo>
                  <a:cubicBezTo>
                    <a:pt x="2872" y="6931"/>
                    <a:pt x="3692" y="6111"/>
                    <a:pt x="3692" y="5106"/>
                  </a:cubicBezTo>
                  <a:lnTo>
                    <a:pt x="369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3"/>
            <p:cNvSpPr/>
            <p:nvPr/>
          </p:nvSpPr>
          <p:spPr>
            <a:xfrm>
              <a:off x="2433709" y="2340810"/>
              <a:ext cx="229478" cy="433601"/>
            </a:xfrm>
            <a:custGeom>
              <a:avLst/>
              <a:gdLst/>
              <a:ahLst/>
              <a:cxnLst/>
              <a:rect l="l" t="t" r="r" b="b"/>
              <a:pathLst>
                <a:path w="3672" h="6932" extrusionOk="0">
                  <a:moveTo>
                    <a:pt x="1" y="1"/>
                  </a:moveTo>
                  <a:lnTo>
                    <a:pt x="1" y="5106"/>
                  </a:lnTo>
                  <a:cubicBezTo>
                    <a:pt x="1" y="6111"/>
                    <a:pt x="821" y="6931"/>
                    <a:pt x="1846" y="6931"/>
                  </a:cubicBezTo>
                  <a:cubicBezTo>
                    <a:pt x="2851" y="6931"/>
                    <a:pt x="3671" y="6111"/>
                    <a:pt x="3671" y="5106"/>
                  </a:cubicBezTo>
                  <a:lnTo>
                    <a:pt x="36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3"/>
            <p:cNvSpPr/>
            <p:nvPr/>
          </p:nvSpPr>
          <p:spPr>
            <a:xfrm>
              <a:off x="2660571" y="2340810"/>
              <a:ext cx="230665" cy="433601"/>
            </a:xfrm>
            <a:custGeom>
              <a:avLst/>
              <a:gdLst/>
              <a:ahLst/>
              <a:cxnLst/>
              <a:rect l="l" t="t" r="r" b="b"/>
              <a:pathLst>
                <a:path w="3691" h="6932" extrusionOk="0">
                  <a:moveTo>
                    <a:pt x="0" y="1"/>
                  </a:moveTo>
                  <a:lnTo>
                    <a:pt x="0" y="5106"/>
                  </a:lnTo>
                  <a:cubicBezTo>
                    <a:pt x="0" y="6111"/>
                    <a:pt x="841" y="6931"/>
                    <a:pt x="1845" y="6931"/>
                  </a:cubicBezTo>
                  <a:cubicBezTo>
                    <a:pt x="2871" y="6931"/>
                    <a:pt x="3691" y="6111"/>
                    <a:pt x="3691" y="5106"/>
                  </a:cubicBezTo>
                  <a:lnTo>
                    <a:pt x="36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3"/>
            <p:cNvSpPr/>
            <p:nvPr/>
          </p:nvSpPr>
          <p:spPr>
            <a:xfrm>
              <a:off x="2891184" y="2340810"/>
              <a:ext cx="230728" cy="433601"/>
            </a:xfrm>
            <a:custGeom>
              <a:avLst/>
              <a:gdLst/>
              <a:ahLst/>
              <a:cxnLst/>
              <a:rect l="l" t="t" r="r" b="b"/>
              <a:pathLst>
                <a:path w="3692" h="6932" extrusionOk="0">
                  <a:moveTo>
                    <a:pt x="1" y="1"/>
                  </a:moveTo>
                  <a:lnTo>
                    <a:pt x="1" y="5106"/>
                  </a:lnTo>
                  <a:cubicBezTo>
                    <a:pt x="1" y="6111"/>
                    <a:pt x="821" y="6931"/>
                    <a:pt x="1846" y="6931"/>
                  </a:cubicBezTo>
                  <a:cubicBezTo>
                    <a:pt x="2851" y="6931"/>
                    <a:pt x="3692" y="6111"/>
                    <a:pt x="3692" y="5106"/>
                  </a:cubicBezTo>
                  <a:lnTo>
                    <a:pt x="36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3"/>
            <p:cNvSpPr/>
            <p:nvPr/>
          </p:nvSpPr>
          <p:spPr>
            <a:xfrm>
              <a:off x="3118047" y="2340810"/>
              <a:ext cx="230665" cy="433601"/>
            </a:xfrm>
            <a:custGeom>
              <a:avLst/>
              <a:gdLst/>
              <a:ahLst/>
              <a:cxnLst/>
              <a:rect l="l" t="t" r="r" b="b"/>
              <a:pathLst>
                <a:path w="3691" h="6932" extrusionOk="0">
                  <a:moveTo>
                    <a:pt x="0" y="1"/>
                  </a:moveTo>
                  <a:lnTo>
                    <a:pt x="0" y="5106"/>
                  </a:lnTo>
                  <a:cubicBezTo>
                    <a:pt x="0" y="6111"/>
                    <a:pt x="841" y="6931"/>
                    <a:pt x="1845" y="6931"/>
                  </a:cubicBezTo>
                  <a:cubicBezTo>
                    <a:pt x="2871" y="6931"/>
                    <a:pt x="3691" y="6111"/>
                    <a:pt x="3691" y="5106"/>
                  </a:cubicBezTo>
                  <a:lnTo>
                    <a:pt x="36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3"/>
            <p:cNvSpPr/>
            <p:nvPr/>
          </p:nvSpPr>
          <p:spPr>
            <a:xfrm>
              <a:off x="3348660" y="2340810"/>
              <a:ext cx="230728" cy="433601"/>
            </a:xfrm>
            <a:custGeom>
              <a:avLst/>
              <a:gdLst/>
              <a:ahLst/>
              <a:cxnLst/>
              <a:rect l="l" t="t" r="r" b="b"/>
              <a:pathLst>
                <a:path w="3692" h="6932" extrusionOk="0">
                  <a:moveTo>
                    <a:pt x="1" y="1"/>
                  </a:moveTo>
                  <a:lnTo>
                    <a:pt x="1" y="5106"/>
                  </a:lnTo>
                  <a:cubicBezTo>
                    <a:pt x="1" y="6111"/>
                    <a:pt x="842" y="6931"/>
                    <a:pt x="1846" y="6931"/>
                  </a:cubicBezTo>
                  <a:cubicBezTo>
                    <a:pt x="2851" y="6931"/>
                    <a:pt x="3692" y="6111"/>
                    <a:pt x="3692" y="5106"/>
                  </a:cubicBezTo>
                  <a:lnTo>
                    <a:pt x="36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3"/>
            <p:cNvSpPr/>
            <p:nvPr/>
          </p:nvSpPr>
          <p:spPr>
            <a:xfrm>
              <a:off x="3576773" y="2340810"/>
              <a:ext cx="229415" cy="433601"/>
            </a:xfrm>
            <a:custGeom>
              <a:avLst/>
              <a:gdLst/>
              <a:ahLst/>
              <a:cxnLst/>
              <a:rect l="l" t="t" r="r" b="b"/>
              <a:pathLst>
                <a:path w="3671" h="6932" extrusionOk="0">
                  <a:moveTo>
                    <a:pt x="1" y="1"/>
                  </a:moveTo>
                  <a:lnTo>
                    <a:pt x="1" y="5106"/>
                  </a:lnTo>
                  <a:cubicBezTo>
                    <a:pt x="1" y="6111"/>
                    <a:pt x="821" y="6931"/>
                    <a:pt x="1846" y="6931"/>
                  </a:cubicBezTo>
                  <a:cubicBezTo>
                    <a:pt x="2851" y="6931"/>
                    <a:pt x="3671" y="6111"/>
                    <a:pt x="3671" y="5106"/>
                  </a:cubicBezTo>
                  <a:lnTo>
                    <a:pt x="36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3"/>
            <p:cNvSpPr/>
            <p:nvPr/>
          </p:nvSpPr>
          <p:spPr>
            <a:xfrm>
              <a:off x="3806135" y="2340810"/>
              <a:ext cx="230728" cy="433601"/>
            </a:xfrm>
            <a:custGeom>
              <a:avLst/>
              <a:gdLst/>
              <a:ahLst/>
              <a:cxnLst/>
              <a:rect l="l" t="t" r="r" b="b"/>
              <a:pathLst>
                <a:path w="3692" h="6932" extrusionOk="0">
                  <a:moveTo>
                    <a:pt x="1" y="1"/>
                  </a:moveTo>
                  <a:lnTo>
                    <a:pt x="1" y="5106"/>
                  </a:lnTo>
                  <a:cubicBezTo>
                    <a:pt x="1" y="6111"/>
                    <a:pt x="842" y="6931"/>
                    <a:pt x="1846" y="6931"/>
                  </a:cubicBezTo>
                  <a:cubicBezTo>
                    <a:pt x="2872" y="6931"/>
                    <a:pt x="3692" y="6111"/>
                    <a:pt x="3692" y="5106"/>
                  </a:cubicBezTo>
                  <a:lnTo>
                    <a:pt x="36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3"/>
            <p:cNvSpPr/>
            <p:nvPr/>
          </p:nvSpPr>
          <p:spPr>
            <a:xfrm>
              <a:off x="4034248" y="2340810"/>
              <a:ext cx="230728" cy="433601"/>
            </a:xfrm>
            <a:custGeom>
              <a:avLst/>
              <a:gdLst/>
              <a:ahLst/>
              <a:cxnLst/>
              <a:rect l="l" t="t" r="r" b="b"/>
              <a:pathLst>
                <a:path w="3692" h="6932" extrusionOk="0">
                  <a:moveTo>
                    <a:pt x="1" y="1"/>
                  </a:moveTo>
                  <a:lnTo>
                    <a:pt x="1" y="5106"/>
                  </a:lnTo>
                  <a:cubicBezTo>
                    <a:pt x="1" y="6111"/>
                    <a:pt x="821" y="6931"/>
                    <a:pt x="1846" y="6931"/>
                  </a:cubicBezTo>
                  <a:cubicBezTo>
                    <a:pt x="2851" y="6931"/>
                    <a:pt x="3692" y="6111"/>
                    <a:pt x="3692" y="5106"/>
                  </a:cubicBezTo>
                  <a:lnTo>
                    <a:pt x="369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3"/>
            <p:cNvSpPr/>
            <p:nvPr/>
          </p:nvSpPr>
          <p:spPr>
            <a:xfrm>
              <a:off x="4263674" y="2340810"/>
              <a:ext cx="230665" cy="433601"/>
            </a:xfrm>
            <a:custGeom>
              <a:avLst/>
              <a:gdLst/>
              <a:ahLst/>
              <a:cxnLst/>
              <a:rect l="l" t="t" r="r" b="b"/>
              <a:pathLst>
                <a:path w="3691" h="6932" extrusionOk="0">
                  <a:moveTo>
                    <a:pt x="0" y="1"/>
                  </a:moveTo>
                  <a:lnTo>
                    <a:pt x="0" y="5106"/>
                  </a:lnTo>
                  <a:cubicBezTo>
                    <a:pt x="0" y="6111"/>
                    <a:pt x="841" y="6931"/>
                    <a:pt x="1845" y="6931"/>
                  </a:cubicBezTo>
                  <a:cubicBezTo>
                    <a:pt x="2871" y="6931"/>
                    <a:pt x="3691" y="6111"/>
                    <a:pt x="3691" y="5106"/>
                  </a:cubicBezTo>
                  <a:lnTo>
                    <a:pt x="36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3"/>
            <p:cNvSpPr/>
            <p:nvPr/>
          </p:nvSpPr>
          <p:spPr>
            <a:xfrm>
              <a:off x="4491724" y="2340810"/>
              <a:ext cx="230728" cy="433601"/>
            </a:xfrm>
            <a:custGeom>
              <a:avLst/>
              <a:gdLst/>
              <a:ahLst/>
              <a:cxnLst/>
              <a:rect l="l" t="t" r="r" b="b"/>
              <a:pathLst>
                <a:path w="3692" h="6932" extrusionOk="0">
                  <a:moveTo>
                    <a:pt x="1" y="1"/>
                  </a:moveTo>
                  <a:lnTo>
                    <a:pt x="1" y="5106"/>
                  </a:lnTo>
                  <a:cubicBezTo>
                    <a:pt x="1" y="6111"/>
                    <a:pt x="842" y="6931"/>
                    <a:pt x="1846" y="6931"/>
                  </a:cubicBezTo>
                  <a:cubicBezTo>
                    <a:pt x="2851" y="6931"/>
                    <a:pt x="3692" y="6111"/>
                    <a:pt x="3692" y="5106"/>
                  </a:cubicBezTo>
                  <a:lnTo>
                    <a:pt x="369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3"/>
            <p:cNvSpPr/>
            <p:nvPr/>
          </p:nvSpPr>
          <p:spPr>
            <a:xfrm>
              <a:off x="1434199" y="3005173"/>
              <a:ext cx="384463" cy="260461"/>
            </a:xfrm>
            <a:custGeom>
              <a:avLst/>
              <a:gdLst/>
              <a:ahLst/>
              <a:cxnLst/>
              <a:rect l="l" t="t" r="r" b="b"/>
              <a:pathLst>
                <a:path w="6152" h="4164" extrusionOk="0">
                  <a:moveTo>
                    <a:pt x="0" y="1"/>
                  </a:moveTo>
                  <a:lnTo>
                    <a:pt x="0" y="4163"/>
                  </a:lnTo>
                  <a:lnTo>
                    <a:pt x="6152" y="4163"/>
                  </a:lnTo>
                  <a:lnTo>
                    <a:pt x="61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3"/>
            <p:cNvSpPr/>
            <p:nvPr/>
          </p:nvSpPr>
          <p:spPr>
            <a:xfrm>
              <a:off x="1434199" y="3325813"/>
              <a:ext cx="384463" cy="260461"/>
            </a:xfrm>
            <a:custGeom>
              <a:avLst/>
              <a:gdLst/>
              <a:ahLst/>
              <a:cxnLst/>
              <a:rect l="l" t="t" r="r" b="b"/>
              <a:pathLst>
                <a:path w="6152" h="4164" extrusionOk="0">
                  <a:moveTo>
                    <a:pt x="0" y="1"/>
                  </a:moveTo>
                  <a:lnTo>
                    <a:pt x="0" y="4163"/>
                  </a:lnTo>
                  <a:lnTo>
                    <a:pt x="6152" y="4163"/>
                  </a:lnTo>
                  <a:lnTo>
                    <a:pt x="61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3"/>
            <p:cNvSpPr/>
            <p:nvPr/>
          </p:nvSpPr>
          <p:spPr>
            <a:xfrm>
              <a:off x="4132931" y="3637509"/>
              <a:ext cx="240977" cy="186026"/>
            </a:xfrm>
            <a:custGeom>
              <a:avLst/>
              <a:gdLst/>
              <a:ahLst/>
              <a:cxnLst/>
              <a:rect l="l" t="t" r="r" b="b"/>
              <a:pathLst>
                <a:path w="3856" h="2974" extrusionOk="0">
                  <a:moveTo>
                    <a:pt x="1" y="1"/>
                  </a:moveTo>
                  <a:lnTo>
                    <a:pt x="1" y="2974"/>
                  </a:lnTo>
                  <a:lnTo>
                    <a:pt x="3855" y="2974"/>
                  </a:lnTo>
                  <a:lnTo>
                    <a:pt x="38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3"/>
            <p:cNvSpPr/>
            <p:nvPr/>
          </p:nvSpPr>
          <p:spPr>
            <a:xfrm>
              <a:off x="3985563" y="2970581"/>
              <a:ext cx="385775" cy="413022"/>
            </a:xfrm>
            <a:custGeom>
              <a:avLst/>
              <a:gdLst/>
              <a:ahLst/>
              <a:cxnLst/>
              <a:rect l="l" t="t" r="r" b="b"/>
              <a:pathLst>
                <a:path w="6173" h="6603" extrusionOk="0">
                  <a:moveTo>
                    <a:pt x="1" y="0"/>
                  </a:moveTo>
                  <a:lnTo>
                    <a:pt x="1" y="6603"/>
                  </a:lnTo>
                  <a:lnTo>
                    <a:pt x="6172" y="6603"/>
                  </a:lnTo>
                  <a:lnTo>
                    <a:pt x="61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72" name="Google Shape;772;p43"/>
            <p:cNvCxnSpPr/>
            <p:nvPr/>
          </p:nvCxnSpPr>
          <p:spPr>
            <a:xfrm rot="10800000">
              <a:off x="1132907" y="3352639"/>
              <a:ext cx="0" cy="47117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3" name="Google Shape;773;p43"/>
            <p:cNvCxnSpPr/>
            <p:nvPr/>
          </p:nvCxnSpPr>
          <p:spPr>
            <a:xfrm rot="10800000">
              <a:off x="1171362" y="3352639"/>
              <a:ext cx="0" cy="47117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4" name="Google Shape;774;p43"/>
            <p:cNvCxnSpPr/>
            <p:nvPr/>
          </p:nvCxnSpPr>
          <p:spPr>
            <a:xfrm rot="10800000">
              <a:off x="2612520" y="3352639"/>
              <a:ext cx="0" cy="47117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5" name="Google Shape;775;p43"/>
            <p:cNvCxnSpPr/>
            <p:nvPr/>
          </p:nvCxnSpPr>
          <p:spPr>
            <a:xfrm rot="10800000">
              <a:off x="2650975" y="3352639"/>
              <a:ext cx="0" cy="47117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6" name="Google Shape;776;p43"/>
            <p:cNvCxnSpPr/>
            <p:nvPr/>
          </p:nvCxnSpPr>
          <p:spPr>
            <a:xfrm rot="10800000">
              <a:off x="2574066" y="3352639"/>
              <a:ext cx="0" cy="47117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7" name="Google Shape;777;p43"/>
            <p:cNvCxnSpPr/>
            <p:nvPr/>
          </p:nvCxnSpPr>
          <p:spPr>
            <a:xfrm rot="10800000">
              <a:off x="3572295" y="3352518"/>
              <a:ext cx="0" cy="471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8" name="Google Shape;778;p43"/>
            <p:cNvCxnSpPr/>
            <p:nvPr/>
          </p:nvCxnSpPr>
          <p:spPr>
            <a:xfrm rot="10800000">
              <a:off x="3610750" y="3352518"/>
              <a:ext cx="0" cy="471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9" name="Google Shape;779;p43"/>
            <p:cNvCxnSpPr/>
            <p:nvPr/>
          </p:nvCxnSpPr>
          <p:spPr>
            <a:xfrm rot="10800000">
              <a:off x="3533841" y="3352518"/>
              <a:ext cx="0" cy="471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0" name="Google Shape;780;p43"/>
            <p:cNvCxnSpPr/>
            <p:nvPr/>
          </p:nvCxnSpPr>
          <p:spPr>
            <a:xfrm>
              <a:off x="2862144" y="3588168"/>
              <a:ext cx="422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81" name="Google Shape;781;p43"/>
          <p:cNvSpPr/>
          <p:nvPr/>
        </p:nvSpPr>
        <p:spPr>
          <a:xfrm>
            <a:off x="7947072" y="644276"/>
            <a:ext cx="324632" cy="511681"/>
          </a:xfrm>
          <a:custGeom>
            <a:avLst/>
            <a:gdLst/>
            <a:ahLst/>
            <a:cxnLst/>
            <a:rect l="l" t="t" r="r" b="b"/>
            <a:pathLst>
              <a:path w="16179" h="25498" extrusionOk="0">
                <a:moveTo>
                  <a:pt x="8087" y="1"/>
                </a:moveTo>
                <a:cubicBezTo>
                  <a:pt x="8069" y="1"/>
                  <a:pt x="8048" y="16"/>
                  <a:pt x="8038" y="47"/>
                </a:cubicBezTo>
                <a:cubicBezTo>
                  <a:pt x="7628" y="11283"/>
                  <a:pt x="7095" y="12042"/>
                  <a:pt x="42" y="12718"/>
                </a:cubicBezTo>
                <a:cubicBezTo>
                  <a:pt x="1" y="12718"/>
                  <a:pt x="1" y="12780"/>
                  <a:pt x="42" y="12780"/>
                </a:cubicBezTo>
                <a:cubicBezTo>
                  <a:pt x="7095" y="13457"/>
                  <a:pt x="7628" y="14215"/>
                  <a:pt x="8038" y="25452"/>
                </a:cubicBezTo>
                <a:cubicBezTo>
                  <a:pt x="8048" y="25482"/>
                  <a:pt x="8069" y="25498"/>
                  <a:pt x="8087" y="25498"/>
                </a:cubicBezTo>
                <a:cubicBezTo>
                  <a:pt x="8105" y="25498"/>
                  <a:pt x="8120" y="25482"/>
                  <a:pt x="8120" y="25452"/>
                </a:cubicBezTo>
                <a:cubicBezTo>
                  <a:pt x="8530" y="14215"/>
                  <a:pt x="9084" y="13457"/>
                  <a:pt x="16138" y="12780"/>
                </a:cubicBezTo>
                <a:cubicBezTo>
                  <a:pt x="16179" y="12780"/>
                  <a:pt x="16179" y="12718"/>
                  <a:pt x="16138" y="12718"/>
                </a:cubicBezTo>
                <a:cubicBezTo>
                  <a:pt x="9084" y="12042"/>
                  <a:pt x="8530" y="11283"/>
                  <a:pt x="8120" y="47"/>
                </a:cubicBezTo>
                <a:cubicBezTo>
                  <a:pt x="8120" y="16"/>
                  <a:pt x="8105" y="1"/>
                  <a:pt x="808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55"/>
          <p:cNvSpPr/>
          <p:nvPr/>
        </p:nvSpPr>
        <p:spPr>
          <a:xfrm flipH="1">
            <a:off x="-7984050" y="644946"/>
            <a:ext cx="84900" cy="84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1" name="Google Shape;1241;p55"/>
          <p:cNvSpPr txBox="1">
            <a:spLocks noGrp="1"/>
          </p:cNvSpPr>
          <p:nvPr>
            <p:ph type="title"/>
          </p:nvPr>
        </p:nvSpPr>
        <p:spPr>
          <a:xfrm>
            <a:off x="715319" y="932990"/>
            <a:ext cx="8009161" cy="2289171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SME stands for </a:t>
            </a:r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Small and Medium-sized Enterprise</a:t>
            </a:r>
            <a:r>
              <a:rPr lang="en-US" sz="28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 category of businesses defined by having fewer employees and lower revenue/assets than large corporations, acting as a crucial part of most economies by driving jobs and innovation, though exact size thresholds (employees, turnover, assets) vary by country and organization</a:t>
            </a:r>
            <a:endParaRPr sz="2800" i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2" name="Google Shape;1242;p55"/>
          <p:cNvSpPr/>
          <p:nvPr/>
        </p:nvSpPr>
        <p:spPr>
          <a:xfrm>
            <a:off x="7118666" y="3264661"/>
            <a:ext cx="324632" cy="511681"/>
          </a:xfrm>
          <a:custGeom>
            <a:avLst/>
            <a:gdLst/>
            <a:ahLst/>
            <a:cxnLst/>
            <a:rect l="l" t="t" r="r" b="b"/>
            <a:pathLst>
              <a:path w="16179" h="25498" extrusionOk="0">
                <a:moveTo>
                  <a:pt x="8087" y="1"/>
                </a:moveTo>
                <a:cubicBezTo>
                  <a:pt x="8069" y="1"/>
                  <a:pt x="8048" y="16"/>
                  <a:pt x="8038" y="47"/>
                </a:cubicBezTo>
                <a:cubicBezTo>
                  <a:pt x="7628" y="11283"/>
                  <a:pt x="7095" y="12042"/>
                  <a:pt x="42" y="12718"/>
                </a:cubicBezTo>
                <a:cubicBezTo>
                  <a:pt x="1" y="12718"/>
                  <a:pt x="1" y="12780"/>
                  <a:pt x="42" y="12780"/>
                </a:cubicBezTo>
                <a:cubicBezTo>
                  <a:pt x="7095" y="13457"/>
                  <a:pt x="7628" y="14215"/>
                  <a:pt x="8038" y="25452"/>
                </a:cubicBezTo>
                <a:cubicBezTo>
                  <a:pt x="8048" y="25482"/>
                  <a:pt x="8069" y="25498"/>
                  <a:pt x="8087" y="25498"/>
                </a:cubicBezTo>
                <a:cubicBezTo>
                  <a:pt x="8105" y="25498"/>
                  <a:pt x="8120" y="25482"/>
                  <a:pt x="8120" y="25452"/>
                </a:cubicBezTo>
                <a:cubicBezTo>
                  <a:pt x="8530" y="14215"/>
                  <a:pt x="9084" y="13457"/>
                  <a:pt x="16138" y="12780"/>
                </a:cubicBezTo>
                <a:cubicBezTo>
                  <a:pt x="16179" y="12780"/>
                  <a:pt x="16179" y="12718"/>
                  <a:pt x="16138" y="12718"/>
                </a:cubicBezTo>
                <a:cubicBezTo>
                  <a:pt x="9084" y="12042"/>
                  <a:pt x="8530" y="11283"/>
                  <a:pt x="8120" y="47"/>
                </a:cubicBezTo>
                <a:cubicBezTo>
                  <a:pt x="8120" y="16"/>
                  <a:pt x="8105" y="1"/>
                  <a:pt x="808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55"/>
          <p:cNvSpPr/>
          <p:nvPr/>
        </p:nvSpPr>
        <p:spPr>
          <a:xfrm>
            <a:off x="2017359" y="3264662"/>
            <a:ext cx="324632" cy="511681"/>
          </a:xfrm>
          <a:custGeom>
            <a:avLst/>
            <a:gdLst/>
            <a:ahLst/>
            <a:cxnLst/>
            <a:rect l="l" t="t" r="r" b="b"/>
            <a:pathLst>
              <a:path w="16179" h="25498" extrusionOk="0">
                <a:moveTo>
                  <a:pt x="8087" y="1"/>
                </a:moveTo>
                <a:cubicBezTo>
                  <a:pt x="8069" y="1"/>
                  <a:pt x="8048" y="16"/>
                  <a:pt x="8038" y="47"/>
                </a:cubicBezTo>
                <a:cubicBezTo>
                  <a:pt x="7628" y="11283"/>
                  <a:pt x="7095" y="12042"/>
                  <a:pt x="42" y="12718"/>
                </a:cubicBezTo>
                <a:cubicBezTo>
                  <a:pt x="1" y="12718"/>
                  <a:pt x="1" y="12780"/>
                  <a:pt x="42" y="12780"/>
                </a:cubicBezTo>
                <a:cubicBezTo>
                  <a:pt x="7095" y="13457"/>
                  <a:pt x="7628" y="14215"/>
                  <a:pt x="8038" y="25452"/>
                </a:cubicBezTo>
                <a:cubicBezTo>
                  <a:pt x="8048" y="25482"/>
                  <a:pt x="8069" y="25498"/>
                  <a:pt x="8087" y="25498"/>
                </a:cubicBezTo>
                <a:cubicBezTo>
                  <a:pt x="8105" y="25498"/>
                  <a:pt x="8120" y="25482"/>
                  <a:pt x="8120" y="25452"/>
                </a:cubicBezTo>
                <a:cubicBezTo>
                  <a:pt x="8530" y="14215"/>
                  <a:pt x="9084" y="13457"/>
                  <a:pt x="16138" y="12780"/>
                </a:cubicBezTo>
                <a:cubicBezTo>
                  <a:pt x="16179" y="12780"/>
                  <a:pt x="16179" y="12718"/>
                  <a:pt x="16138" y="12718"/>
                </a:cubicBezTo>
                <a:cubicBezTo>
                  <a:pt x="9084" y="12042"/>
                  <a:pt x="8530" y="11283"/>
                  <a:pt x="8120" y="47"/>
                </a:cubicBezTo>
                <a:cubicBezTo>
                  <a:pt x="8120" y="16"/>
                  <a:pt x="8105" y="1"/>
                  <a:pt x="808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44" name="Google Shape;1244;p55"/>
          <p:cNvCxnSpPr/>
          <p:nvPr/>
        </p:nvCxnSpPr>
        <p:spPr>
          <a:xfrm>
            <a:off x="3076543" y="3737046"/>
            <a:ext cx="3154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45" name="Google Shape;1245;p55"/>
          <p:cNvGrpSpPr/>
          <p:nvPr/>
        </p:nvGrpSpPr>
        <p:grpSpPr>
          <a:xfrm>
            <a:off x="4276200" y="4070946"/>
            <a:ext cx="591600" cy="295800"/>
            <a:chOff x="2196322" y="4573708"/>
            <a:chExt cx="591600" cy="295800"/>
          </a:xfrm>
        </p:grpSpPr>
        <p:sp>
          <p:nvSpPr>
            <p:cNvPr id="1246" name="Google Shape;1246;p55"/>
            <p:cNvSpPr/>
            <p:nvPr/>
          </p:nvSpPr>
          <p:spPr>
            <a:xfrm>
              <a:off x="2196322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55"/>
            <p:cNvSpPr/>
            <p:nvPr/>
          </p:nvSpPr>
          <p:spPr>
            <a:xfrm>
              <a:off x="2344233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55"/>
            <p:cNvSpPr/>
            <p:nvPr/>
          </p:nvSpPr>
          <p:spPr>
            <a:xfrm>
              <a:off x="2492122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49" name="Google Shape;1249;p55"/>
          <p:cNvCxnSpPr>
            <a:stCxn id="1247" idx="0"/>
          </p:cNvCxnSpPr>
          <p:nvPr/>
        </p:nvCxnSpPr>
        <p:spPr>
          <a:xfrm rot="10800000">
            <a:off x="4572012" y="3737046"/>
            <a:ext cx="0" cy="33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68"/>
          <p:cNvSpPr txBox="1">
            <a:spLocks noGrp="1"/>
          </p:cNvSpPr>
          <p:nvPr>
            <p:ph type="title"/>
          </p:nvPr>
        </p:nvSpPr>
        <p:spPr>
          <a:xfrm>
            <a:off x="577927" y="808141"/>
            <a:ext cx="5656600" cy="1022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SME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9" name="Google Shape;1699;p68"/>
          <p:cNvSpPr txBox="1">
            <a:spLocks noGrp="1"/>
          </p:cNvSpPr>
          <p:nvPr>
            <p:ph type="body" idx="1"/>
          </p:nvPr>
        </p:nvSpPr>
        <p:spPr>
          <a:xfrm>
            <a:off x="385271" y="2046068"/>
            <a:ext cx="1774989" cy="40613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resources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00" name="Google Shape;1700;p68"/>
          <p:cNvGrpSpPr/>
          <p:nvPr/>
        </p:nvGrpSpPr>
        <p:grpSpPr>
          <a:xfrm>
            <a:off x="5414800" y="1231387"/>
            <a:ext cx="3022364" cy="2680729"/>
            <a:chOff x="5414800" y="1231387"/>
            <a:chExt cx="3022364" cy="2680729"/>
          </a:xfrm>
        </p:grpSpPr>
        <p:sp>
          <p:nvSpPr>
            <p:cNvPr id="1701" name="Google Shape;1701;p68"/>
            <p:cNvSpPr/>
            <p:nvPr/>
          </p:nvSpPr>
          <p:spPr>
            <a:xfrm>
              <a:off x="7997152" y="3020349"/>
              <a:ext cx="203636" cy="203489"/>
            </a:xfrm>
            <a:custGeom>
              <a:avLst/>
              <a:gdLst/>
              <a:ahLst/>
              <a:cxnLst/>
              <a:rect l="l" t="t" r="r" b="b"/>
              <a:pathLst>
                <a:path w="1387" h="1386" extrusionOk="0">
                  <a:moveTo>
                    <a:pt x="1273" y="1"/>
                  </a:moveTo>
                  <a:lnTo>
                    <a:pt x="1" y="1273"/>
                  </a:lnTo>
                  <a:lnTo>
                    <a:pt x="114" y="1386"/>
                  </a:lnTo>
                  <a:lnTo>
                    <a:pt x="1386" y="121"/>
                  </a:lnTo>
                  <a:lnTo>
                    <a:pt x="12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2" name="Google Shape;1702;p68"/>
            <p:cNvSpPr/>
            <p:nvPr/>
          </p:nvSpPr>
          <p:spPr>
            <a:xfrm>
              <a:off x="5608753" y="3020349"/>
              <a:ext cx="203489" cy="203489"/>
            </a:xfrm>
            <a:custGeom>
              <a:avLst/>
              <a:gdLst/>
              <a:ahLst/>
              <a:cxnLst/>
              <a:rect l="l" t="t" r="r" b="b"/>
              <a:pathLst>
                <a:path w="1386" h="1386" extrusionOk="0">
                  <a:moveTo>
                    <a:pt x="113" y="1"/>
                  </a:moveTo>
                  <a:lnTo>
                    <a:pt x="0" y="121"/>
                  </a:lnTo>
                  <a:lnTo>
                    <a:pt x="1273" y="1386"/>
                  </a:lnTo>
                  <a:lnTo>
                    <a:pt x="1385" y="1273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3" name="Google Shape;1703;p68"/>
            <p:cNvSpPr/>
            <p:nvPr/>
          </p:nvSpPr>
          <p:spPr>
            <a:xfrm>
              <a:off x="5775400" y="3020350"/>
              <a:ext cx="2274056" cy="746277"/>
            </a:xfrm>
            <a:custGeom>
              <a:avLst/>
              <a:gdLst/>
              <a:ahLst/>
              <a:cxnLst/>
              <a:rect l="l" t="t" r="r" b="b"/>
              <a:pathLst>
                <a:path w="15489" h="4914" extrusionOk="0">
                  <a:moveTo>
                    <a:pt x="1" y="1"/>
                  </a:moveTo>
                  <a:lnTo>
                    <a:pt x="1" y="4914"/>
                  </a:lnTo>
                  <a:lnTo>
                    <a:pt x="15488" y="4914"/>
                  </a:lnTo>
                  <a:lnTo>
                    <a:pt x="154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4" name="Google Shape;1704;p68"/>
            <p:cNvSpPr/>
            <p:nvPr/>
          </p:nvSpPr>
          <p:spPr>
            <a:xfrm>
              <a:off x="5906642" y="1561284"/>
              <a:ext cx="2012721" cy="1484031"/>
            </a:xfrm>
            <a:custGeom>
              <a:avLst/>
              <a:gdLst/>
              <a:ahLst/>
              <a:cxnLst/>
              <a:rect l="l" t="t" r="r" b="b"/>
              <a:pathLst>
                <a:path w="13709" h="10108" extrusionOk="0">
                  <a:moveTo>
                    <a:pt x="1" y="0"/>
                  </a:moveTo>
                  <a:lnTo>
                    <a:pt x="1" y="10108"/>
                  </a:lnTo>
                  <a:lnTo>
                    <a:pt x="13708" y="10108"/>
                  </a:lnTo>
                  <a:lnTo>
                    <a:pt x="137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5" name="Google Shape;1705;p68"/>
            <p:cNvSpPr/>
            <p:nvPr/>
          </p:nvSpPr>
          <p:spPr>
            <a:xfrm>
              <a:off x="6816019" y="2203314"/>
              <a:ext cx="933025" cy="798247"/>
            </a:xfrm>
            <a:custGeom>
              <a:avLst/>
              <a:gdLst/>
              <a:ahLst/>
              <a:cxnLst/>
              <a:rect l="l" t="t" r="r" b="b"/>
              <a:pathLst>
                <a:path w="6355" h="5437" extrusionOk="0">
                  <a:moveTo>
                    <a:pt x="983" y="0"/>
                  </a:moveTo>
                  <a:cubicBezTo>
                    <a:pt x="443" y="0"/>
                    <a:pt x="0" y="443"/>
                    <a:pt x="0" y="983"/>
                  </a:cubicBezTo>
                  <a:lnTo>
                    <a:pt x="0" y="5437"/>
                  </a:lnTo>
                  <a:lnTo>
                    <a:pt x="6355" y="5437"/>
                  </a:lnTo>
                  <a:lnTo>
                    <a:pt x="6355" y="983"/>
                  </a:lnTo>
                  <a:cubicBezTo>
                    <a:pt x="6355" y="443"/>
                    <a:pt x="5912" y="0"/>
                    <a:pt x="53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6" name="Google Shape;1706;p68"/>
            <p:cNvSpPr/>
            <p:nvPr/>
          </p:nvSpPr>
          <p:spPr>
            <a:xfrm>
              <a:off x="6043915" y="1911295"/>
              <a:ext cx="704871" cy="1031246"/>
            </a:xfrm>
            <a:custGeom>
              <a:avLst/>
              <a:gdLst/>
              <a:ahLst/>
              <a:cxnLst/>
              <a:rect l="l" t="t" r="r" b="b"/>
              <a:pathLst>
                <a:path w="4801" h="7024" extrusionOk="0">
                  <a:moveTo>
                    <a:pt x="0" y="0"/>
                  </a:moveTo>
                  <a:lnTo>
                    <a:pt x="0" y="7023"/>
                  </a:lnTo>
                  <a:lnTo>
                    <a:pt x="4800" y="7023"/>
                  </a:lnTo>
                  <a:lnTo>
                    <a:pt x="4800" y="0"/>
                  </a:lnTo>
                  <a:close/>
                </a:path>
              </a:pathLst>
            </a:custGeom>
            <a:solidFill>
              <a:srgbClr val="FFFFFF">
                <a:alpha val="2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7" name="Google Shape;1707;p68"/>
            <p:cNvSpPr/>
            <p:nvPr/>
          </p:nvSpPr>
          <p:spPr>
            <a:xfrm>
              <a:off x="6069901" y="1938456"/>
              <a:ext cx="652751" cy="976777"/>
            </a:xfrm>
            <a:custGeom>
              <a:avLst/>
              <a:gdLst/>
              <a:ahLst/>
              <a:cxnLst/>
              <a:rect l="l" t="t" r="r" b="b"/>
              <a:pathLst>
                <a:path w="4446" h="6653" extrusionOk="0">
                  <a:moveTo>
                    <a:pt x="0" y="0"/>
                  </a:moveTo>
                  <a:lnTo>
                    <a:pt x="0" y="6653"/>
                  </a:lnTo>
                  <a:lnTo>
                    <a:pt x="4446" y="6653"/>
                  </a:lnTo>
                  <a:lnTo>
                    <a:pt x="44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8" name="Google Shape;1708;p68"/>
            <p:cNvSpPr/>
            <p:nvPr/>
          </p:nvSpPr>
          <p:spPr>
            <a:xfrm>
              <a:off x="5875958" y="1907625"/>
              <a:ext cx="67536" cy="1037266"/>
            </a:xfrm>
            <a:custGeom>
              <a:avLst/>
              <a:gdLst/>
              <a:ahLst/>
              <a:cxnLst/>
              <a:rect l="l" t="t" r="r" b="b"/>
              <a:pathLst>
                <a:path w="460" h="7065" extrusionOk="0">
                  <a:moveTo>
                    <a:pt x="0" y="1"/>
                  </a:moveTo>
                  <a:lnTo>
                    <a:pt x="0" y="7064"/>
                  </a:lnTo>
                  <a:lnTo>
                    <a:pt x="459" y="7064"/>
                  </a:lnTo>
                  <a:lnTo>
                    <a:pt x="459" y="1"/>
                  </a:lnTo>
                  <a:close/>
                </a:path>
              </a:pathLst>
            </a:custGeom>
            <a:solidFill>
              <a:srgbClr val="FFFFFF">
                <a:alpha val="2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9" name="Google Shape;1709;p68"/>
            <p:cNvSpPr/>
            <p:nvPr/>
          </p:nvSpPr>
          <p:spPr>
            <a:xfrm>
              <a:off x="5443145" y="2999061"/>
              <a:ext cx="2938552" cy="46248"/>
            </a:xfrm>
            <a:custGeom>
              <a:avLst/>
              <a:gdLst/>
              <a:ahLst/>
              <a:cxnLst/>
              <a:rect l="l" t="t" r="r" b="b"/>
              <a:pathLst>
                <a:path w="20015" h="315" extrusionOk="0">
                  <a:moveTo>
                    <a:pt x="1" y="1"/>
                  </a:moveTo>
                  <a:lnTo>
                    <a:pt x="1" y="315"/>
                  </a:lnTo>
                  <a:lnTo>
                    <a:pt x="20014" y="315"/>
                  </a:lnTo>
                  <a:lnTo>
                    <a:pt x="200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0" name="Google Shape;1710;p68"/>
            <p:cNvSpPr/>
            <p:nvPr/>
          </p:nvSpPr>
          <p:spPr>
            <a:xfrm>
              <a:off x="5871260" y="1231387"/>
              <a:ext cx="2087158" cy="222429"/>
            </a:xfrm>
            <a:custGeom>
              <a:avLst/>
              <a:gdLst/>
              <a:ahLst/>
              <a:cxnLst/>
              <a:rect l="l" t="t" r="r" b="b"/>
              <a:pathLst>
                <a:path w="14216" h="1515" extrusionOk="0">
                  <a:moveTo>
                    <a:pt x="588" y="0"/>
                  </a:moveTo>
                  <a:cubicBezTo>
                    <a:pt x="266" y="0"/>
                    <a:pt x="0" y="266"/>
                    <a:pt x="0" y="588"/>
                  </a:cubicBezTo>
                  <a:lnTo>
                    <a:pt x="0" y="918"/>
                  </a:lnTo>
                  <a:cubicBezTo>
                    <a:pt x="0" y="1248"/>
                    <a:pt x="266" y="1514"/>
                    <a:pt x="588" y="1514"/>
                  </a:cubicBezTo>
                  <a:lnTo>
                    <a:pt x="13619" y="1514"/>
                  </a:lnTo>
                  <a:cubicBezTo>
                    <a:pt x="13949" y="1514"/>
                    <a:pt x="14215" y="1248"/>
                    <a:pt x="14215" y="918"/>
                  </a:cubicBezTo>
                  <a:lnTo>
                    <a:pt x="14215" y="588"/>
                  </a:lnTo>
                  <a:cubicBezTo>
                    <a:pt x="14215" y="266"/>
                    <a:pt x="13949" y="0"/>
                    <a:pt x="13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1" name="Google Shape;1711;p68"/>
            <p:cNvSpPr/>
            <p:nvPr/>
          </p:nvSpPr>
          <p:spPr>
            <a:xfrm>
              <a:off x="8324698" y="1692538"/>
              <a:ext cx="112462" cy="91174"/>
            </a:xfrm>
            <a:custGeom>
              <a:avLst/>
              <a:gdLst/>
              <a:ahLst/>
              <a:cxnLst/>
              <a:rect l="l" t="t" r="r" b="b"/>
              <a:pathLst>
                <a:path w="766" h="621" extrusionOk="0">
                  <a:moveTo>
                    <a:pt x="1" y="0"/>
                  </a:moveTo>
                  <a:lnTo>
                    <a:pt x="1" y="242"/>
                  </a:lnTo>
                  <a:cubicBezTo>
                    <a:pt x="1" y="451"/>
                    <a:pt x="170" y="620"/>
                    <a:pt x="387" y="620"/>
                  </a:cubicBezTo>
                  <a:cubicBezTo>
                    <a:pt x="597" y="620"/>
                    <a:pt x="766" y="451"/>
                    <a:pt x="766" y="242"/>
                  </a:cubicBezTo>
                  <a:lnTo>
                    <a:pt x="7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2" name="Google Shape;1712;p68"/>
            <p:cNvSpPr/>
            <p:nvPr/>
          </p:nvSpPr>
          <p:spPr>
            <a:xfrm>
              <a:off x="8213560" y="1686674"/>
              <a:ext cx="111290" cy="97025"/>
            </a:xfrm>
            <a:custGeom>
              <a:avLst/>
              <a:gdLst/>
              <a:ahLst/>
              <a:cxnLst/>
              <a:rect l="l" t="t" r="r" b="b"/>
              <a:pathLst>
                <a:path w="758" h="621" extrusionOk="0">
                  <a:moveTo>
                    <a:pt x="1" y="0"/>
                  </a:moveTo>
                  <a:lnTo>
                    <a:pt x="1" y="242"/>
                  </a:lnTo>
                  <a:cubicBezTo>
                    <a:pt x="1" y="451"/>
                    <a:pt x="170" y="620"/>
                    <a:pt x="379" y="620"/>
                  </a:cubicBezTo>
                  <a:cubicBezTo>
                    <a:pt x="589" y="620"/>
                    <a:pt x="758" y="451"/>
                    <a:pt x="758" y="242"/>
                  </a:cubicBezTo>
                  <a:lnTo>
                    <a:pt x="7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3" name="Google Shape;1713;p68"/>
            <p:cNvSpPr/>
            <p:nvPr/>
          </p:nvSpPr>
          <p:spPr>
            <a:xfrm>
              <a:off x="8101243" y="1686674"/>
              <a:ext cx="112464" cy="97025"/>
            </a:xfrm>
            <a:custGeom>
              <a:avLst/>
              <a:gdLst/>
              <a:ahLst/>
              <a:cxnLst/>
              <a:rect l="l" t="t" r="r" b="b"/>
              <a:pathLst>
                <a:path w="766" h="621" extrusionOk="0">
                  <a:moveTo>
                    <a:pt x="1" y="0"/>
                  </a:moveTo>
                  <a:lnTo>
                    <a:pt x="1" y="242"/>
                  </a:lnTo>
                  <a:cubicBezTo>
                    <a:pt x="1" y="451"/>
                    <a:pt x="170" y="620"/>
                    <a:pt x="387" y="620"/>
                  </a:cubicBezTo>
                  <a:cubicBezTo>
                    <a:pt x="597" y="620"/>
                    <a:pt x="766" y="451"/>
                    <a:pt x="766" y="242"/>
                  </a:cubicBezTo>
                  <a:lnTo>
                    <a:pt x="7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4" name="Google Shape;1714;p68"/>
            <p:cNvSpPr/>
            <p:nvPr/>
          </p:nvSpPr>
          <p:spPr>
            <a:xfrm>
              <a:off x="7990100" y="1686674"/>
              <a:ext cx="111290" cy="97025"/>
            </a:xfrm>
            <a:custGeom>
              <a:avLst/>
              <a:gdLst/>
              <a:ahLst/>
              <a:cxnLst/>
              <a:rect l="l" t="t" r="r" b="b"/>
              <a:pathLst>
                <a:path w="758" h="621" extrusionOk="0">
                  <a:moveTo>
                    <a:pt x="1" y="0"/>
                  </a:moveTo>
                  <a:lnTo>
                    <a:pt x="1" y="242"/>
                  </a:lnTo>
                  <a:cubicBezTo>
                    <a:pt x="1" y="451"/>
                    <a:pt x="170" y="620"/>
                    <a:pt x="379" y="620"/>
                  </a:cubicBezTo>
                  <a:cubicBezTo>
                    <a:pt x="589" y="620"/>
                    <a:pt x="758" y="451"/>
                    <a:pt x="758" y="242"/>
                  </a:cubicBezTo>
                  <a:lnTo>
                    <a:pt x="7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5" name="Google Shape;1715;p68"/>
            <p:cNvSpPr/>
            <p:nvPr/>
          </p:nvSpPr>
          <p:spPr>
            <a:xfrm>
              <a:off x="7969991" y="1336508"/>
              <a:ext cx="467173" cy="356179"/>
            </a:xfrm>
            <a:custGeom>
              <a:avLst/>
              <a:gdLst/>
              <a:ahLst/>
              <a:cxnLst/>
              <a:rect l="l" t="t" r="r" b="b"/>
              <a:pathLst>
                <a:path w="3182" h="2426" extrusionOk="0">
                  <a:moveTo>
                    <a:pt x="1" y="1"/>
                  </a:moveTo>
                  <a:cubicBezTo>
                    <a:pt x="1338" y="1"/>
                    <a:pt x="2417" y="1088"/>
                    <a:pt x="2417" y="2425"/>
                  </a:cubicBezTo>
                  <a:lnTo>
                    <a:pt x="3182" y="2425"/>
                  </a:lnTo>
                  <a:cubicBezTo>
                    <a:pt x="3182" y="1088"/>
                    <a:pt x="2095" y="1"/>
                    <a:pt x="7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6" name="Google Shape;1716;p68"/>
            <p:cNvSpPr/>
            <p:nvPr/>
          </p:nvSpPr>
          <p:spPr>
            <a:xfrm>
              <a:off x="7933434" y="1336508"/>
              <a:ext cx="391415" cy="356179"/>
            </a:xfrm>
            <a:custGeom>
              <a:avLst/>
              <a:gdLst/>
              <a:ahLst/>
              <a:cxnLst/>
              <a:rect l="l" t="t" r="r" b="b"/>
              <a:pathLst>
                <a:path w="2666" h="2426" extrusionOk="0">
                  <a:moveTo>
                    <a:pt x="0" y="1"/>
                  </a:moveTo>
                  <a:cubicBezTo>
                    <a:pt x="1055" y="1"/>
                    <a:pt x="1909" y="855"/>
                    <a:pt x="1909" y="1902"/>
                  </a:cubicBezTo>
                  <a:lnTo>
                    <a:pt x="1909" y="2425"/>
                  </a:lnTo>
                  <a:lnTo>
                    <a:pt x="2666" y="2425"/>
                  </a:lnTo>
                  <a:cubicBezTo>
                    <a:pt x="2666" y="1088"/>
                    <a:pt x="1587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7" name="Google Shape;1717;p68"/>
            <p:cNvSpPr/>
            <p:nvPr/>
          </p:nvSpPr>
          <p:spPr>
            <a:xfrm>
              <a:off x="7928589" y="1336508"/>
              <a:ext cx="4992" cy="147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1" y="1"/>
                  </a:moveTo>
                  <a:lnTo>
                    <a:pt x="33" y="1"/>
                  </a:lnTo>
                  <a:cubicBezTo>
                    <a:pt x="25" y="1"/>
                    <a:pt x="17" y="1"/>
                    <a:pt x="1" y="1"/>
                  </a:cubicBezTo>
                  <a:close/>
                </a:path>
              </a:pathLst>
            </a:custGeom>
            <a:solidFill>
              <a:srgbClr val="F7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8" name="Google Shape;1718;p68"/>
            <p:cNvSpPr/>
            <p:nvPr/>
          </p:nvSpPr>
          <p:spPr>
            <a:xfrm>
              <a:off x="7928589" y="1336508"/>
              <a:ext cx="4992" cy="147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1" y="1"/>
                  </a:moveTo>
                  <a:cubicBezTo>
                    <a:pt x="17" y="1"/>
                    <a:pt x="25" y="1"/>
                    <a:pt x="33" y="1"/>
                  </a:cubicBezTo>
                  <a:cubicBezTo>
                    <a:pt x="25" y="1"/>
                    <a:pt x="17" y="1"/>
                    <a:pt x="1" y="1"/>
                  </a:cubicBez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9" name="Google Shape;1719;p68"/>
            <p:cNvSpPr/>
            <p:nvPr/>
          </p:nvSpPr>
          <p:spPr>
            <a:xfrm>
              <a:off x="7933434" y="1336508"/>
              <a:ext cx="280275" cy="356179"/>
            </a:xfrm>
            <a:custGeom>
              <a:avLst/>
              <a:gdLst/>
              <a:ahLst/>
              <a:cxnLst/>
              <a:rect l="l" t="t" r="r" b="b"/>
              <a:pathLst>
                <a:path w="1909" h="2426" extrusionOk="0">
                  <a:moveTo>
                    <a:pt x="0" y="1"/>
                  </a:moveTo>
                  <a:cubicBezTo>
                    <a:pt x="20" y="1"/>
                    <a:pt x="40" y="1"/>
                    <a:pt x="59" y="2"/>
                  </a:cubicBezTo>
                  <a:lnTo>
                    <a:pt x="59" y="2"/>
                  </a:lnTo>
                  <a:cubicBezTo>
                    <a:pt x="53" y="1"/>
                    <a:pt x="47" y="1"/>
                    <a:pt x="40" y="1"/>
                  </a:cubicBezTo>
                  <a:close/>
                  <a:moveTo>
                    <a:pt x="59" y="2"/>
                  </a:moveTo>
                  <a:lnTo>
                    <a:pt x="59" y="2"/>
                  </a:lnTo>
                  <a:cubicBezTo>
                    <a:pt x="662" y="35"/>
                    <a:pt x="1144" y="531"/>
                    <a:pt x="1144" y="1145"/>
                  </a:cubicBezTo>
                  <a:lnTo>
                    <a:pt x="1144" y="2425"/>
                  </a:lnTo>
                  <a:lnTo>
                    <a:pt x="1909" y="2425"/>
                  </a:lnTo>
                  <a:lnTo>
                    <a:pt x="1909" y="1910"/>
                  </a:lnTo>
                  <a:cubicBezTo>
                    <a:pt x="1909" y="874"/>
                    <a:pt x="1087" y="33"/>
                    <a:pt x="59" y="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0" name="Google Shape;1720;p68"/>
            <p:cNvSpPr/>
            <p:nvPr/>
          </p:nvSpPr>
          <p:spPr>
            <a:xfrm>
              <a:off x="7939307" y="1336508"/>
              <a:ext cx="162087" cy="356179"/>
            </a:xfrm>
            <a:custGeom>
              <a:avLst/>
              <a:gdLst/>
              <a:ahLst/>
              <a:cxnLst/>
              <a:rect l="l" t="t" r="r" b="b"/>
              <a:pathLst>
                <a:path w="1104" h="2426" extrusionOk="0">
                  <a:moveTo>
                    <a:pt x="0" y="1"/>
                  </a:moveTo>
                  <a:lnTo>
                    <a:pt x="0" y="1"/>
                  </a:lnTo>
                  <a:cubicBezTo>
                    <a:pt x="194" y="25"/>
                    <a:pt x="347" y="186"/>
                    <a:pt x="347" y="379"/>
                  </a:cubicBezTo>
                  <a:lnTo>
                    <a:pt x="347" y="2425"/>
                  </a:lnTo>
                  <a:lnTo>
                    <a:pt x="1104" y="2425"/>
                  </a:lnTo>
                  <a:lnTo>
                    <a:pt x="1104" y="1145"/>
                  </a:lnTo>
                  <a:cubicBezTo>
                    <a:pt x="1104" y="524"/>
                    <a:pt x="612" y="25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1" name="Google Shape;1721;p68"/>
            <p:cNvSpPr/>
            <p:nvPr/>
          </p:nvSpPr>
          <p:spPr>
            <a:xfrm>
              <a:off x="7933434" y="1336508"/>
              <a:ext cx="6020" cy="147"/>
            </a:xfrm>
            <a:custGeom>
              <a:avLst/>
              <a:gdLst/>
              <a:ahLst/>
              <a:cxnLst/>
              <a:rect l="l" t="t" r="r" b="b"/>
              <a:pathLst>
                <a:path w="41" h="1" extrusionOk="0">
                  <a:moveTo>
                    <a:pt x="0" y="1"/>
                  </a:moveTo>
                  <a:cubicBezTo>
                    <a:pt x="16" y="1"/>
                    <a:pt x="32" y="1"/>
                    <a:pt x="40" y="1"/>
                  </a:cubicBezTo>
                  <a:cubicBezTo>
                    <a:pt x="32" y="1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2" name="Google Shape;1722;p68"/>
            <p:cNvSpPr/>
            <p:nvPr/>
          </p:nvSpPr>
          <p:spPr>
            <a:xfrm>
              <a:off x="7928589" y="1336508"/>
              <a:ext cx="4992" cy="147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1" y="1"/>
                  </a:moveTo>
                  <a:cubicBezTo>
                    <a:pt x="17" y="1"/>
                    <a:pt x="25" y="1"/>
                    <a:pt x="33" y="1"/>
                  </a:cubicBezTo>
                  <a:cubicBezTo>
                    <a:pt x="25" y="1"/>
                    <a:pt x="17" y="1"/>
                    <a:pt x="1" y="1"/>
                  </a:cubicBez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3" name="Google Shape;1723;p68"/>
            <p:cNvSpPr/>
            <p:nvPr/>
          </p:nvSpPr>
          <p:spPr>
            <a:xfrm>
              <a:off x="7928589" y="1336508"/>
              <a:ext cx="147" cy="14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4" name="Google Shape;1724;p68"/>
            <p:cNvSpPr/>
            <p:nvPr/>
          </p:nvSpPr>
          <p:spPr>
            <a:xfrm>
              <a:off x="5414800" y="1692550"/>
              <a:ext cx="113650" cy="97025"/>
            </a:xfrm>
            <a:custGeom>
              <a:avLst/>
              <a:gdLst/>
              <a:ahLst/>
              <a:cxnLst/>
              <a:rect l="l" t="t" r="r" b="b"/>
              <a:pathLst>
                <a:path w="774" h="629" extrusionOk="0">
                  <a:moveTo>
                    <a:pt x="0" y="0"/>
                  </a:moveTo>
                  <a:lnTo>
                    <a:pt x="0" y="242"/>
                  </a:lnTo>
                  <a:cubicBezTo>
                    <a:pt x="0" y="459"/>
                    <a:pt x="178" y="629"/>
                    <a:pt x="387" y="629"/>
                  </a:cubicBezTo>
                  <a:cubicBezTo>
                    <a:pt x="604" y="629"/>
                    <a:pt x="774" y="459"/>
                    <a:pt x="774" y="242"/>
                  </a:cubicBezTo>
                  <a:lnTo>
                    <a:pt x="7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5" name="Google Shape;1725;p68"/>
            <p:cNvSpPr/>
            <p:nvPr/>
          </p:nvSpPr>
          <p:spPr>
            <a:xfrm>
              <a:off x="5528300" y="1692549"/>
              <a:ext cx="113633" cy="97025"/>
            </a:xfrm>
            <a:custGeom>
              <a:avLst/>
              <a:gdLst/>
              <a:ahLst/>
              <a:cxnLst/>
              <a:rect l="l" t="t" r="r" b="b"/>
              <a:pathLst>
                <a:path w="774" h="629" extrusionOk="0">
                  <a:moveTo>
                    <a:pt x="1" y="0"/>
                  </a:moveTo>
                  <a:lnTo>
                    <a:pt x="1" y="242"/>
                  </a:lnTo>
                  <a:cubicBezTo>
                    <a:pt x="1" y="459"/>
                    <a:pt x="178" y="629"/>
                    <a:pt x="387" y="629"/>
                  </a:cubicBezTo>
                  <a:cubicBezTo>
                    <a:pt x="605" y="629"/>
                    <a:pt x="774" y="459"/>
                    <a:pt x="774" y="242"/>
                  </a:cubicBezTo>
                  <a:lnTo>
                    <a:pt x="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6" name="Google Shape;1726;p68"/>
            <p:cNvSpPr/>
            <p:nvPr/>
          </p:nvSpPr>
          <p:spPr>
            <a:xfrm>
              <a:off x="5641775" y="1692549"/>
              <a:ext cx="113650" cy="97025"/>
            </a:xfrm>
            <a:custGeom>
              <a:avLst/>
              <a:gdLst/>
              <a:ahLst/>
              <a:cxnLst/>
              <a:rect l="l" t="t" r="r" b="b"/>
              <a:pathLst>
                <a:path w="774" h="629" extrusionOk="0">
                  <a:moveTo>
                    <a:pt x="1" y="0"/>
                  </a:moveTo>
                  <a:lnTo>
                    <a:pt x="1" y="242"/>
                  </a:lnTo>
                  <a:cubicBezTo>
                    <a:pt x="1" y="459"/>
                    <a:pt x="170" y="629"/>
                    <a:pt x="387" y="629"/>
                  </a:cubicBezTo>
                  <a:cubicBezTo>
                    <a:pt x="597" y="629"/>
                    <a:pt x="774" y="459"/>
                    <a:pt x="774" y="242"/>
                  </a:cubicBezTo>
                  <a:lnTo>
                    <a:pt x="7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7" name="Google Shape;1727;p68"/>
            <p:cNvSpPr/>
            <p:nvPr/>
          </p:nvSpPr>
          <p:spPr>
            <a:xfrm>
              <a:off x="5755271" y="1692549"/>
              <a:ext cx="113780" cy="97025"/>
            </a:xfrm>
            <a:custGeom>
              <a:avLst/>
              <a:gdLst/>
              <a:ahLst/>
              <a:cxnLst/>
              <a:rect l="l" t="t" r="r" b="b"/>
              <a:pathLst>
                <a:path w="775" h="629" extrusionOk="0">
                  <a:moveTo>
                    <a:pt x="1" y="0"/>
                  </a:moveTo>
                  <a:lnTo>
                    <a:pt x="1" y="242"/>
                  </a:lnTo>
                  <a:cubicBezTo>
                    <a:pt x="1" y="459"/>
                    <a:pt x="170" y="629"/>
                    <a:pt x="387" y="629"/>
                  </a:cubicBezTo>
                  <a:cubicBezTo>
                    <a:pt x="597" y="629"/>
                    <a:pt x="774" y="459"/>
                    <a:pt x="774" y="242"/>
                  </a:cubicBezTo>
                  <a:lnTo>
                    <a:pt x="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8" name="Google Shape;1728;p68"/>
            <p:cNvSpPr/>
            <p:nvPr/>
          </p:nvSpPr>
          <p:spPr>
            <a:xfrm>
              <a:off x="5414809" y="1336508"/>
              <a:ext cx="474221" cy="360877"/>
            </a:xfrm>
            <a:custGeom>
              <a:avLst/>
              <a:gdLst/>
              <a:ahLst/>
              <a:cxnLst/>
              <a:rect l="l" t="t" r="r" b="b"/>
              <a:pathLst>
                <a:path w="3230" h="2458" extrusionOk="0">
                  <a:moveTo>
                    <a:pt x="2457" y="1"/>
                  </a:moveTo>
                  <a:cubicBezTo>
                    <a:pt x="1104" y="1"/>
                    <a:pt x="0" y="1104"/>
                    <a:pt x="0" y="2457"/>
                  </a:cubicBezTo>
                  <a:lnTo>
                    <a:pt x="774" y="2457"/>
                  </a:lnTo>
                  <a:cubicBezTo>
                    <a:pt x="774" y="1104"/>
                    <a:pt x="1877" y="1"/>
                    <a:pt x="32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9" name="Google Shape;1729;p68"/>
            <p:cNvSpPr/>
            <p:nvPr/>
          </p:nvSpPr>
          <p:spPr>
            <a:xfrm>
              <a:off x="5528298" y="1336508"/>
              <a:ext cx="396260" cy="360877"/>
            </a:xfrm>
            <a:custGeom>
              <a:avLst/>
              <a:gdLst/>
              <a:ahLst/>
              <a:cxnLst/>
              <a:rect l="l" t="t" r="r" b="b"/>
              <a:pathLst>
                <a:path w="2699" h="2458" extrusionOk="0">
                  <a:moveTo>
                    <a:pt x="2457" y="1"/>
                  </a:moveTo>
                  <a:cubicBezTo>
                    <a:pt x="1104" y="1"/>
                    <a:pt x="1" y="1104"/>
                    <a:pt x="1" y="2457"/>
                  </a:cubicBezTo>
                  <a:lnTo>
                    <a:pt x="774" y="2457"/>
                  </a:lnTo>
                  <a:lnTo>
                    <a:pt x="774" y="1934"/>
                  </a:lnTo>
                  <a:cubicBezTo>
                    <a:pt x="774" y="863"/>
                    <a:pt x="1635" y="1"/>
                    <a:pt x="2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0" name="Google Shape;1730;p68"/>
            <p:cNvSpPr/>
            <p:nvPr/>
          </p:nvSpPr>
          <p:spPr>
            <a:xfrm>
              <a:off x="5924407" y="1336508"/>
              <a:ext cx="6020" cy="147"/>
            </a:xfrm>
            <a:custGeom>
              <a:avLst/>
              <a:gdLst/>
              <a:ahLst/>
              <a:cxnLst/>
              <a:rect l="l" t="t" r="r" b="b"/>
              <a:pathLst>
                <a:path w="41" h="1" extrusionOk="0">
                  <a:moveTo>
                    <a:pt x="41" y="1"/>
                  </a:moveTo>
                  <a:lnTo>
                    <a:pt x="1" y="1"/>
                  </a:lnTo>
                  <a:cubicBezTo>
                    <a:pt x="17" y="1"/>
                    <a:pt x="25" y="1"/>
                    <a:pt x="41" y="1"/>
                  </a:cubicBezTo>
                  <a:close/>
                </a:path>
              </a:pathLst>
            </a:custGeom>
            <a:solidFill>
              <a:srgbClr val="F7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1" name="Google Shape;1731;p68"/>
            <p:cNvSpPr/>
            <p:nvPr/>
          </p:nvSpPr>
          <p:spPr>
            <a:xfrm>
              <a:off x="5924407" y="1336508"/>
              <a:ext cx="6020" cy="147"/>
            </a:xfrm>
            <a:custGeom>
              <a:avLst/>
              <a:gdLst/>
              <a:ahLst/>
              <a:cxnLst/>
              <a:rect l="l" t="t" r="r" b="b"/>
              <a:pathLst>
                <a:path w="41" h="1" extrusionOk="0">
                  <a:moveTo>
                    <a:pt x="41" y="1"/>
                  </a:moveTo>
                  <a:cubicBezTo>
                    <a:pt x="25" y="1"/>
                    <a:pt x="17" y="1"/>
                    <a:pt x="1" y="1"/>
                  </a:cubicBezTo>
                  <a:cubicBezTo>
                    <a:pt x="17" y="1"/>
                    <a:pt x="25" y="1"/>
                    <a:pt x="41" y="1"/>
                  </a:cubicBez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2" name="Google Shape;1732;p68"/>
            <p:cNvSpPr/>
            <p:nvPr/>
          </p:nvSpPr>
          <p:spPr>
            <a:xfrm>
              <a:off x="5641787" y="1336508"/>
              <a:ext cx="282771" cy="360877"/>
            </a:xfrm>
            <a:custGeom>
              <a:avLst/>
              <a:gdLst/>
              <a:ahLst/>
              <a:cxnLst/>
              <a:rect l="l" t="t" r="r" b="b"/>
              <a:pathLst>
                <a:path w="1926" h="2458" extrusionOk="0">
                  <a:moveTo>
                    <a:pt x="1893" y="1"/>
                  </a:moveTo>
                  <a:cubicBezTo>
                    <a:pt x="1890" y="1"/>
                    <a:pt x="1886" y="1"/>
                    <a:pt x="1883" y="1"/>
                  </a:cubicBezTo>
                  <a:lnTo>
                    <a:pt x="1883" y="1"/>
                  </a:lnTo>
                  <a:cubicBezTo>
                    <a:pt x="1897" y="1"/>
                    <a:pt x="1911" y="1"/>
                    <a:pt x="1926" y="1"/>
                  </a:cubicBezTo>
                  <a:close/>
                  <a:moveTo>
                    <a:pt x="1883" y="1"/>
                  </a:moveTo>
                  <a:cubicBezTo>
                    <a:pt x="839" y="24"/>
                    <a:pt x="1" y="877"/>
                    <a:pt x="1" y="1934"/>
                  </a:cubicBezTo>
                  <a:lnTo>
                    <a:pt x="1" y="2457"/>
                  </a:lnTo>
                  <a:lnTo>
                    <a:pt x="774" y="2457"/>
                  </a:lnTo>
                  <a:lnTo>
                    <a:pt x="774" y="1161"/>
                  </a:lnTo>
                  <a:cubicBezTo>
                    <a:pt x="774" y="536"/>
                    <a:pt x="1267" y="31"/>
                    <a:pt x="18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3" name="Google Shape;1733;p68"/>
            <p:cNvSpPr/>
            <p:nvPr/>
          </p:nvSpPr>
          <p:spPr>
            <a:xfrm>
              <a:off x="5755275" y="1336508"/>
              <a:ext cx="164582" cy="360877"/>
            </a:xfrm>
            <a:custGeom>
              <a:avLst/>
              <a:gdLst/>
              <a:ahLst/>
              <a:cxnLst/>
              <a:rect l="l" t="t" r="r" b="b"/>
              <a:pathLst>
                <a:path w="1121" h="2458" extrusionOk="0">
                  <a:moveTo>
                    <a:pt x="1120" y="1"/>
                  </a:moveTo>
                  <a:lnTo>
                    <a:pt x="1120" y="1"/>
                  </a:lnTo>
                  <a:cubicBezTo>
                    <a:pt x="492" y="25"/>
                    <a:pt x="1" y="532"/>
                    <a:pt x="1" y="1161"/>
                  </a:cubicBezTo>
                  <a:lnTo>
                    <a:pt x="1" y="2457"/>
                  </a:lnTo>
                  <a:lnTo>
                    <a:pt x="774" y="2457"/>
                  </a:lnTo>
                  <a:lnTo>
                    <a:pt x="774" y="388"/>
                  </a:lnTo>
                  <a:cubicBezTo>
                    <a:pt x="774" y="186"/>
                    <a:pt x="919" y="25"/>
                    <a:pt x="1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4" name="Google Shape;1734;p68"/>
            <p:cNvSpPr/>
            <p:nvPr/>
          </p:nvSpPr>
          <p:spPr>
            <a:xfrm>
              <a:off x="5919709" y="1336508"/>
              <a:ext cx="4845" cy="147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33" y="1"/>
                  </a:moveTo>
                  <a:cubicBezTo>
                    <a:pt x="25" y="1"/>
                    <a:pt x="8" y="1"/>
                    <a:pt x="0" y="1"/>
                  </a:cubicBezTo>
                  <a:cubicBezTo>
                    <a:pt x="8" y="1"/>
                    <a:pt x="25" y="1"/>
                    <a:pt x="33" y="1"/>
                  </a:cubicBez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5" name="Google Shape;1735;p68"/>
            <p:cNvSpPr/>
            <p:nvPr/>
          </p:nvSpPr>
          <p:spPr>
            <a:xfrm>
              <a:off x="5924407" y="1336508"/>
              <a:ext cx="6020" cy="147"/>
            </a:xfrm>
            <a:custGeom>
              <a:avLst/>
              <a:gdLst/>
              <a:ahLst/>
              <a:cxnLst/>
              <a:rect l="l" t="t" r="r" b="b"/>
              <a:pathLst>
                <a:path w="41" h="1" extrusionOk="0">
                  <a:moveTo>
                    <a:pt x="41" y="1"/>
                  </a:moveTo>
                  <a:cubicBezTo>
                    <a:pt x="25" y="1"/>
                    <a:pt x="17" y="1"/>
                    <a:pt x="1" y="1"/>
                  </a:cubicBezTo>
                  <a:cubicBezTo>
                    <a:pt x="17" y="1"/>
                    <a:pt x="25" y="1"/>
                    <a:pt x="41" y="1"/>
                  </a:cubicBez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6" name="Google Shape;1736;p68"/>
            <p:cNvSpPr/>
            <p:nvPr/>
          </p:nvSpPr>
          <p:spPr>
            <a:xfrm>
              <a:off x="5930280" y="1336508"/>
              <a:ext cx="147" cy="14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7" name="Google Shape;1737;p68"/>
            <p:cNvSpPr/>
            <p:nvPr/>
          </p:nvSpPr>
          <p:spPr>
            <a:xfrm>
              <a:off x="5868911" y="1336508"/>
              <a:ext cx="118335" cy="448381"/>
            </a:xfrm>
            <a:custGeom>
              <a:avLst/>
              <a:gdLst/>
              <a:ahLst/>
              <a:cxnLst/>
              <a:rect l="l" t="t" r="r" b="b"/>
              <a:pathLst>
                <a:path w="806" h="3054" extrusionOk="0">
                  <a:moveTo>
                    <a:pt x="0" y="1"/>
                  </a:moveTo>
                  <a:lnTo>
                    <a:pt x="0" y="2651"/>
                  </a:lnTo>
                  <a:cubicBezTo>
                    <a:pt x="0" y="2876"/>
                    <a:pt x="177" y="3053"/>
                    <a:pt x="403" y="3053"/>
                  </a:cubicBezTo>
                  <a:cubicBezTo>
                    <a:pt x="620" y="3053"/>
                    <a:pt x="805" y="2876"/>
                    <a:pt x="805" y="2651"/>
                  </a:cubicBezTo>
                  <a:lnTo>
                    <a:pt x="8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8" name="Google Shape;1738;p68"/>
            <p:cNvSpPr/>
            <p:nvPr/>
          </p:nvSpPr>
          <p:spPr>
            <a:xfrm>
              <a:off x="5987097" y="1336508"/>
              <a:ext cx="118335" cy="448381"/>
            </a:xfrm>
            <a:custGeom>
              <a:avLst/>
              <a:gdLst/>
              <a:ahLst/>
              <a:cxnLst/>
              <a:rect l="l" t="t" r="r" b="b"/>
              <a:pathLst>
                <a:path w="806" h="3054" extrusionOk="0">
                  <a:moveTo>
                    <a:pt x="0" y="1"/>
                  </a:moveTo>
                  <a:lnTo>
                    <a:pt x="0" y="2651"/>
                  </a:lnTo>
                  <a:cubicBezTo>
                    <a:pt x="0" y="2876"/>
                    <a:pt x="178" y="3053"/>
                    <a:pt x="403" y="3053"/>
                  </a:cubicBezTo>
                  <a:cubicBezTo>
                    <a:pt x="629" y="3053"/>
                    <a:pt x="806" y="2876"/>
                    <a:pt x="806" y="2651"/>
                  </a:cubicBezTo>
                  <a:lnTo>
                    <a:pt x="8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9" name="Google Shape;1739;p68"/>
            <p:cNvSpPr/>
            <p:nvPr/>
          </p:nvSpPr>
          <p:spPr>
            <a:xfrm>
              <a:off x="6104109" y="1336508"/>
              <a:ext cx="118482" cy="448381"/>
            </a:xfrm>
            <a:custGeom>
              <a:avLst/>
              <a:gdLst/>
              <a:ahLst/>
              <a:cxnLst/>
              <a:rect l="l" t="t" r="r" b="b"/>
              <a:pathLst>
                <a:path w="807" h="3054" extrusionOk="0">
                  <a:moveTo>
                    <a:pt x="1" y="1"/>
                  </a:moveTo>
                  <a:lnTo>
                    <a:pt x="1" y="2651"/>
                  </a:lnTo>
                  <a:cubicBezTo>
                    <a:pt x="1" y="2876"/>
                    <a:pt x="178" y="3053"/>
                    <a:pt x="403" y="3053"/>
                  </a:cubicBezTo>
                  <a:cubicBezTo>
                    <a:pt x="629" y="3053"/>
                    <a:pt x="806" y="2876"/>
                    <a:pt x="806" y="2651"/>
                  </a:cubicBezTo>
                  <a:lnTo>
                    <a:pt x="8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0" name="Google Shape;1740;p68"/>
            <p:cNvSpPr/>
            <p:nvPr/>
          </p:nvSpPr>
          <p:spPr>
            <a:xfrm>
              <a:off x="6222443" y="1336508"/>
              <a:ext cx="119509" cy="448381"/>
            </a:xfrm>
            <a:custGeom>
              <a:avLst/>
              <a:gdLst/>
              <a:ahLst/>
              <a:cxnLst/>
              <a:rect l="l" t="t" r="r" b="b"/>
              <a:pathLst>
                <a:path w="814" h="3054" extrusionOk="0">
                  <a:moveTo>
                    <a:pt x="0" y="1"/>
                  </a:moveTo>
                  <a:lnTo>
                    <a:pt x="0" y="2651"/>
                  </a:lnTo>
                  <a:cubicBezTo>
                    <a:pt x="0" y="2876"/>
                    <a:pt x="185" y="3053"/>
                    <a:pt x="403" y="3053"/>
                  </a:cubicBezTo>
                  <a:cubicBezTo>
                    <a:pt x="628" y="3053"/>
                    <a:pt x="814" y="2876"/>
                    <a:pt x="814" y="2651"/>
                  </a:cubicBezTo>
                  <a:lnTo>
                    <a:pt x="8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1" name="Google Shape;1741;p68"/>
            <p:cNvSpPr/>
            <p:nvPr/>
          </p:nvSpPr>
          <p:spPr>
            <a:xfrm>
              <a:off x="6339455" y="1336508"/>
              <a:ext cx="119509" cy="448381"/>
            </a:xfrm>
            <a:custGeom>
              <a:avLst/>
              <a:gdLst/>
              <a:ahLst/>
              <a:cxnLst/>
              <a:rect l="l" t="t" r="r" b="b"/>
              <a:pathLst>
                <a:path w="814" h="3054" extrusionOk="0">
                  <a:moveTo>
                    <a:pt x="0" y="1"/>
                  </a:moveTo>
                  <a:lnTo>
                    <a:pt x="0" y="2651"/>
                  </a:lnTo>
                  <a:cubicBezTo>
                    <a:pt x="0" y="2876"/>
                    <a:pt x="186" y="3053"/>
                    <a:pt x="403" y="3053"/>
                  </a:cubicBezTo>
                  <a:cubicBezTo>
                    <a:pt x="629" y="3053"/>
                    <a:pt x="814" y="2876"/>
                    <a:pt x="814" y="2651"/>
                  </a:cubicBezTo>
                  <a:lnTo>
                    <a:pt x="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2" name="Google Shape;1742;p68"/>
            <p:cNvSpPr/>
            <p:nvPr/>
          </p:nvSpPr>
          <p:spPr>
            <a:xfrm>
              <a:off x="6458816" y="1336508"/>
              <a:ext cx="118482" cy="448381"/>
            </a:xfrm>
            <a:custGeom>
              <a:avLst/>
              <a:gdLst/>
              <a:ahLst/>
              <a:cxnLst/>
              <a:rect l="l" t="t" r="r" b="b"/>
              <a:pathLst>
                <a:path w="807" h="3054" extrusionOk="0">
                  <a:moveTo>
                    <a:pt x="1" y="1"/>
                  </a:moveTo>
                  <a:lnTo>
                    <a:pt x="1" y="2651"/>
                  </a:lnTo>
                  <a:cubicBezTo>
                    <a:pt x="1" y="2876"/>
                    <a:pt x="178" y="3053"/>
                    <a:pt x="404" y="3053"/>
                  </a:cubicBezTo>
                  <a:cubicBezTo>
                    <a:pt x="621" y="3053"/>
                    <a:pt x="806" y="2876"/>
                    <a:pt x="806" y="2651"/>
                  </a:cubicBezTo>
                  <a:lnTo>
                    <a:pt x="8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3" name="Google Shape;1743;p68"/>
            <p:cNvSpPr/>
            <p:nvPr/>
          </p:nvSpPr>
          <p:spPr>
            <a:xfrm>
              <a:off x="6575975" y="1336508"/>
              <a:ext cx="118335" cy="448381"/>
            </a:xfrm>
            <a:custGeom>
              <a:avLst/>
              <a:gdLst/>
              <a:ahLst/>
              <a:cxnLst/>
              <a:rect l="l" t="t" r="r" b="b"/>
              <a:pathLst>
                <a:path w="806" h="3054" extrusionOk="0">
                  <a:moveTo>
                    <a:pt x="0" y="1"/>
                  </a:moveTo>
                  <a:lnTo>
                    <a:pt x="0" y="2651"/>
                  </a:lnTo>
                  <a:cubicBezTo>
                    <a:pt x="0" y="2876"/>
                    <a:pt x="177" y="3053"/>
                    <a:pt x="403" y="3053"/>
                  </a:cubicBezTo>
                  <a:cubicBezTo>
                    <a:pt x="628" y="3053"/>
                    <a:pt x="806" y="2876"/>
                    <a:pt x="806" y="2651"/>
                  </a:cubicBezTo>
                  <a:lnTo>
                    <a:pt x="8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44" name="Google Shape;1744;p68"/>
            <p:cNvCxnSpPr/>
            <p:nvPr/>
          </p:nvCxnSpPr>
          <p:spPr>
            <a:xfrm>
              <a:off x="5955450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5" name="Google Shape;1745;p68"/>
            <p:cNvCxnSpPr/>
            <p:nvPr/>
          </p:nvCxnSpPr>
          <p:spPr>
            <a:xfrm>
              <a:off x="6085324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6" name="Google Shape;1746;p68"/>
            <p:cNvCxnSpPr/>
            <p:nvPr/>
          </p:nvCxnSpPr>
          <p:spPr>
            <a:xfrm>
              <a:off x="6215198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7" name="Google Shape;1747;p68"/>
            <p:cNvCxnSpPr/>
            <p:nvPr/>
          </p:nvCxnSpPr>
          <p:spPr>
            <a:xfrm>
              <a:off x="6345073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8" name="Google Shape;1748;p68"/>
            <p:cNvCxnSpPr/>
            <p:nvPr/>
          </p:nvCxnSpPr>
          <p:spPr>
            <a:xfrm>
              <a:off x="6474947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9" name="Google Shape;1749;p68"/>
            <p:cNvCxnSpPr/>
            <p:nvPr/>
          </p:nvCxnSpPr>
          <p:spPr>
            <a:xfrm>
              <a:off x="6604821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0" name="Google Shape;1750;p68"/>
            <p:cNvCxnSpPr/>
            <p:nvPr/>
          </p:nvCxnSpPr>
          <p:spPr>
            <a:xfrm>
              <a:off x="6734695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1" name="Google Shape;1751;p68"/>
            <p:cNvCxnSpPr/>
            <p:nvPr/>
          </p:nvCxnSpPr>
          <p:spPr>
            <a:xfrm>
              <a:off x="6994443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2" name="Google Shape;1752;p68"/>
            <p:cNvCxnSpPr/>
            <p:nvPr/>
          </p:nvCxnSpPr>
          <p:spPr>
            <a:xfrm>
              <a:off x="7254192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3" name="Google Shape;1753;p68"/>
            <p:cNvCxnSpPr/>
            <p:nvPr/>
          </p:nvCxnSpPr>
          <p:spPr>
            <a:xfrm>
              <a:off x="7513940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4" name="Google Shape;1754;p68"/>
            <p:cNvCxnSpPr/>
            <p:nvPr/>
          </p:nvCxnSpPr>
          <p:spPr>
            <a:xfrm>
              <a:off x="7773688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5" name="Google Shape;1755;p68"/>
            <p:cNvCxnSpPr/>
            <p:nvPr/>
          </p:nvCxnSpPr>
          <p:spPr>
            <a:xfrm>
              <a:off x="7903563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6" name="Google Shape;1756;p68"/>
            <p:cNvCxnSpPr/>
            <p:nvPr/>
          </p:nvCxnSpPr>
          <p:spPr>
            <a:xfrm>
              <a:off x="6864569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7" name="Google Shape;1757;p68"/>
            <p:cNvCxnSpPr/>
            <p:nvPr/>
          </p:nvCxnSpPr>
          <p:spPr>
            <a:xfrm>
              <a:off x="7124318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8" name="Google Shape;1758;p68"/>
            <p:cNvCxnSpPr/>
            <p:nvPr/>
          </p:nvCxnSpPr>
          <p:spPr>
            <a:xfrm>
              <a:off x="7384066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9" name="Google Shape;1759;p68"/>
            <p:cNvCxnSpPr/>
            <p:nvPr/>
          </p:nvCxnSpPr>
          <p:spPr>
            <a:xfrm>
              <a:off x="7643814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60" name="Google Shape;1760;p68"/>
            <p:cNvSpPr/>
            <p:nvPr/>
          </p:nvSpPr>
          <p:spPr>
            <a:xfrm>
              <a:off x="6694162" y="1336508"/>
              <a:ext cx="118335" cy="448381"/>
            </a:xfrm>
            <a:custGeom>
              <a:avLst/>
              <a:gdLst/>
              <a:ahLst/>
              <a:cxnLst/>
              <a:rect l="l" t="t" r="r" b="b"/>
              <a:pathLst>
                <a:path w="806" h="3054" extrusionOk="0">
                  <a:moveTo>
                    <a:pt x="1" y="1"/>
                  </a:moveTo>
                  <a:lnTo>
                    <a:pt x="1" y="2651"/>
                  </a:lnTo>
                  <a:cubicBezTo>
                    <a:pt x="1" y="2876"/>
                    <a:pt x="178" y="3053"/>
                    <a:pt x="403" y="3053"/>
                  </a:cubicBezTo>
                  <a:cubicBezTo>
                    <a:pt x="629" y="3053"/>
                    <a:pt x="806" y="2876"/>
                    <a:pt x="806" y="2651"/>
                  </a:cubicBezTo>
                  <a:lnTo>
                    <a:pt x="8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1" name="Google Shape;1761;p68"/>
            <p:cNvSpPr/>
            <p:nvPr/>
          </p:nvSpPr>
          <p:spPr>
            <a:xfrm>
              <a:off x="6811174" y="1336508"/>
              <a:ext cx="118482" cy="448381"/>
            </a:xfrm>
            <a:custGeom>
              <a:avLst/>
              <a:gdLst/>
              <a:ahLst/>
              <a:cxnLst/>
              <a:rect l="l" t="t" r="r" b="b"/>
              <a:pathLst>
                <a:path w="807" h="3054" extrusionOk="0">
                  <a:moveTo>
                    <a:pt x="1" y="1"/>
                  </a:moveTo>
                  <a:lnTo>
                    <a:pt x="1" y="2651"/>
                  </a:lnTo>
                  <a:cubicBezTo>
                    <a:pt x="1" y="2876"/>
                    <a:pt x="178" y="3053"/>
                    <a:pt x="404" y="3053"/>
                  </a:cubicBezTo>
                  <a:cubicBezTo>
                    <a:pt x="629" y="3053"/>
                    <a:pt x="806" y="2876"/>
                    <a:pt x="806" y="2651"/>
                  </a:cubicBezTo>
                  <a:lnTo>
                    <a:pt x="8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2" name="Google Shape;1762;p68"/>
            <p:cNvSpPr/>
            <p:nvPr/>
          </p:nvSpPr>
          <p:spPr>
            <a:xfrm>
              <a:off x="6929508" y="1336508"/>
              <a:ext cx="119509" cy="448381"/>
            </a:xfrm>
            <a:custGeom>
              <a:avLst/>
              <a:gdLst/>
              <a:ahLst/>
              <a:cxnLst/>
              <a:rect l="l" t="t" r="r" b="b"/>
              <a:pathLst>
                <a:path w="814" h="3054" extrusionOk="0">
                  <a:moveTo>
                    <a:pt x="0" y="1"/>
                  </a:moveTo>
                  <a:lnTo>
                    <a:pt x="0" y="2651"/>
                  </a:lnTo>
                  <a:cubicBezTo>
                    <a:pt x="0" y="2876"/>
                    <a:pt x="186" y="3053"/>
                    <a:pt x="411" y="3053"/>
                  </a:cubicBezTo>
                  <a:cubicBezTo>
                    <a:pt x="629" y="3053"/>
                    <a:pt x="814" y="2876"/>
                    <a:pt x="814" y="2651"/>
                  </a:cubicBezTo>
                  <a:lnTo>
                    <a:pt x="8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3" name="Google Shape;1763;p68"/>
            <p:cNvSpPr/>
            <p:nvPr/>
          </p:nvSpPr>
          <p:spPr>
            <a:xfrm>
              <a:off x="7046520" y="1336508"/>
              <a:ext cx="119656" cy="448381"/>
            </a:xfrm>
            <a:custGeom>
              <a:avLst/>
              <a:gdLst/>
              <a:ahLst/>
              <a:cxnLst/>
              <a:rect l="l" t="t" r="r" b="b"/>
              <a:pathLst>
                <a:path w="815" h="3054" extrusionOk="0">
                  <a:moveTo>
                    <a:pt x="1" y="1"/>
                  </a:moveTo>
                  <a:lnTo>
                    <a:pt x="1" y="2651"/>
                  </a:lnTo>
                  <a:cubicBezTo>
                    <a:pt x="1" y="2876"/>
                    <a:pt x="186" y="3053"/>
                    <a:pt x="411" y="3053"/>
                  </a:cubicBezTo>
                  <a:cubicBezTo>
                    <a:pt x="629" y="3053"/>
                    <a:pt x="814" y="2876"/>
                    <a:pt x="814" y="2651"/>
                  </a:cubicBezTo>
                  <a:lnTo>
                    <a:pt x="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4" name="Google Shape;1764;p68"/>
            <p:cNvSpPr/>
            <p:nvPr/>
          </p:nvSpPr>
          <p:spPr>
            <a:xfrm>
              <a:off x="7166028" y="1336508"/>
              <a:ext cx="118335" cy="448381"/>
            </a:xfrm>
            <a:custGeom>
              <a:avLst/>
              <a:gdLst/>
              <a:ahLst/>
              <a:cxnLst/>
              <a:rect l="l" t="t" r="r" b="b"/>
              <a:pathLst>
                <a:path w="806" h="3054" extrusionOk="0">
                  <a:moveTo>
                    <a:pt x="0" y="1"/>
                  </a:moveTo>
                  <a:lnTo>
                    <a:pt x="0" y="2651"/>
                  </a:lnTo>
                  <a:cubicBezTo>
                    <a:pt x="0" y="2876"/>
                    <a:pt x="177" y="3053"/>
                    <a:pt x="403" y="3053"/>
                  </a:cubicBezTo>
                  <a:cubicBezTo>
                    <a:pt x="628" y="3053"/>
                    <a:pt x="805" y="2876"/>
                    <a:pt x="805" y="2651"/>
                  </a:cubicBezTo>
                  <a:lnTo>
                    <a:pt x="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5" name="Google Shape;1765;p68"/>
            <p:cNvSpPr/>
            <p:nvPr/>
          </p:nvSpPr>
          <p:spPr>
            <a:xfrm>
              <a:off x="7283040" y="1336508"/>
              <a:ext cx="118335" cy="448381"/>
            </a:xfrm>
            <a:custGeom>
              <a:avLst/>
              <a:gdLst/>
              <a:ahLst/>
              <a:cxnLst/>
              <a:rect l="l" t="t" r="r" b="b"/>
              <a:pathLst>
                <a:path w="806" h="3054" extrusionOk="0">
                  <a:moveTo>
                    <a:pt x="0" y="1"/>
                  </a:moveTo>
                  <a:lnTo>
                    <a:pt x="0" y="2651"/>
                  </a:lnTo>
                  <a:cubicBezTo>
                    <a:pt x="0" y="2876"/>
                    <a:pt x="178" y="3053"/>
                    <a:pt x="403" y="3053"/>
                  </a:cubicBezTo>
                  <a:cubicBezTo>
                    <a:pt x="629" y="3053"/>
                    <a:pt x="806" y="2876"/>
                    <a:pt x="806" y="2651"/>
                  </a:cubicBezTo>
                  <a:lnTo>
                    <a:pt x="8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6" name="Google Shape;1766;p68"/>
            <p:cNvSpPr/>
            <p:nvPr/>
          </p:nvSpPr>
          <p:spPr>
            <a:xfrm>
              <a:off x="7401227" y="1336508"/>
              <a:ext cx="119656" cy="448381"/>
            </a:xfrm>
            <a:custGeom>
              <a:avLst/>
              <a:gdLst/>
              <a:ahLst/>
              <a:cxnLst/>
              <a:rect l="l" t="t" r="r" b="b"/>
              <a:pathLst>
                <a:path w="815" h="3054" extrusionOk="0">
                  <a:moveTo>
                    <a:pt x="1" y="1"/>
                  </a:moveTo>
                  <a:lnTo>
                    <a:pt x="1" y="2651"/>
                  </a:lnTo>
                  <a:cubicBezTo>
                    <a:pt x="1" y="2876"/>
                    <a:pt x="186" y="3053"/>
                    <a:pt x="404" y="3053"/>
                  </a:cubicBezTo>
                  <a:cubicBezTo>
                    <a:pt x="629" y="3053"/>
                    <a:pt x="806" y="2876"/>
                    <a:pt x="814" y="2651"/>
                  </a:cubicBezTo>
                  <a:lnTo>
                    <a:pt x="8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7" name="Google Shape;1767;p68"/>
            <p:cNvSpPr/>
            <p:nvPr/>
          </p:nvSpPr>
          <p:spPr>
            <a:xfrm>
              <a:off x="7518386" y="1336508"/>
              <a:ext cx="119509" cy="448381"/>
            </a:xfrm>
            <a:custGeom>
              <a:avLst/>
              <a:gdLst/>
              <a:ahLst/>
              <a:cxnLst/>
              <a:rect l="l" t="t" r="r" b="b"/>
              <a:pathLst>
                <a:path w="814" h="3054" extrusionOk="0">
                  <a:moveTo>
                    <a:pt x="0" y="1"/>
                  </a:moveTo>
                  <a:lnTo>
                    <a:pt x="0" y="2651"/>
                  </a:lnTo>
                  <a:cubicBezTo>
                    <a:pt x="0" y="2876"/>
                    <a:pt x="185" y="3053"/>
                    <a:pt x="403" y="3053"/>
                  </a:cubicBezTo>
                  <a:cubicBezTo>
                    <a:pt x="628" y="3053"/>
                    <a:pt x="814" y="2876"/>
                    <a:pt x="814" y="2651"/>
                  </a:cubicBezTo>
                  <a:lnTo>
                    <a:pt x="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8" name="Google Shape;1768;p68"/>
            <p:cNvSpPr/>
            <p:nvPr/>
          </p:nvSpPr>
          <p:spPr>
            <a:xfrm>
              <a:off x="7636572" y="1336508"/>
              <a:ext cx="119509" cy="448381"/>
            </a:xfrm>
            <a:custGeom>
              <a:avLst/>
              <a:gdLst/>
              <a:ahLst/>
              <a:cxnLst/>
              <a:rect l="l" t="t" r="r" b="b"/>
              <a:pathLst>
                <a:path w="814" h="3054" extrusionOk="0">
                  <a:moveTo>
                    <a:pt x="1" y="1"/>
                  </a:moveTo>
                  <a:lnTo>
                    <a:pt x="1" y="2651"/>
                  </a:lnTo>
                  <a:cubicBezTo>
                    <a:pt x="1" y="2876"/>
                    <a:pt x="186" y="3053"/>
                    <a:pt x="411" y="3053"/>
                  </a:cubicBezTo>
                  <a:cubicBezTo>
                    <a:pt x="629" y="3053"/>
                    <a:pt x="814" y="2876"/>
                    <a:pt x="814" y="2651"/>
                  </a:cubicBezTo>
                  <a:lnTo>
                    <a:pt x="8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9" name="Google Shape;1769;p68"/>
            <p:cNvSpPr/>
            <p:nvPr/>
          </p:nvSpPr>
          <p:spPr>
            <a:xfrm>
              <a:off x="7753585" y="1336508"/>
              <a:ext cx="119656" cy="448381"/>
            </a:xfrm>
            <a:custGeom>
              <a:avLst/>
              <a:gdLst/>
              <a:ahLst/>
              <a:cxnLst/>
              <a:rect l="l" t="t" r="r" b="b"/>
              <a:pathLst>
                <a:path w="815" h="3054" extrusionOk="0">
                  <a:moveTo>
                    <a:pt x="1" y="1"/>
                  </a:moveTo>
                  <a:lnTo>
                    <a:pt x="1" y="2651"/>
                  </a:lnTo>
                  <a:cubicBezTo>
                    <a:pt x="1" y="2876"/>
                    <a:pt x="186" y="3053"/>
                    <a:pt x="412" y="3053"/>
                  </a:cubicBezTo>
                  <a:cubicBezTo>
                    <a:pt x="629" y="3053"/>
                    <a:pt x="814" y="2876"/>
                    <a:pt x="814" y="2651"/>
                  </a:cubicBezTo>
                  <a:lnTo>
                    <a:pt x="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0" name="Google Shape;1770;p68"/>
            <p:cNvSpPr/>
            <p:nvPr/>
          </p:nvSpPr>
          <p:spPr>
            <a:xfrm>
              <a:off x="7873093" y="1336508"/>
              <a:ext cx="118335" cy="448381"/>
            </a:xfrm>
            <a:custGeom>
              <a:avLst/>
              <a:gdLst/>
              <a:ahLst/>
              <a:cxnLst/>
              <a:rect l="l" t="t" r="r" b="b"/>
              <a:pathLst>
                <a:path w="806" h="3054" extrusionOk="0">
                  <a:moveTo>
                    <a:pt x="0" y="1"/>
                  </a:moveTo>
                  <a:lnTo>
                    <a:pt x="0" y="2651"/>
                  </a:lnTo>
                  <a:cubicBezTo>
                    <a:pt x="0" y="2876"/>
                    <a:pt x="177" y="3053"/>
                    <a:pt x="403" y="3053"/>
                  </a:cubicBezTo>
                  <a:cubicBezTo>
                    <a:pt x="628" y="3053"/>
                    <a:pt x="806" y="2876"/>
                    <a:pt x="806" y="2651"/>
                  </a:cubicBezTo>
                  <a:lnTo>
                    <a:pt x="8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1" name="Google Shape;1771;p68"/>
            <p:cNvSpPr/>
            <p:nvPr/>
          </p:nvSpPr>
          <p:spPr>
            <a:xfrm>
              <a:off x="5828683" y="3625821"/>
              <a:ext cx="282771" cy="281449"/>
            </a:xfrm>
            <a:custGeom>
              <a:avLst/>
              <a:gdLst/>
              <a:ahLst/>
              <a:cxnLst/>
              <a:rect l="l" t="t" r="r" b="b"/>
              <a:pathLst>
                <a:path w="1926" h="1917" extrusionOk="0">
                  <a:moveTo>
                    <a:pt x="959" y="0"/>
                  </a:moveTo>
                  <a:cubicBezTo>
                    <a:pt x="435" y="0"/>
                    <a:pt x="0" y="427"/>
                    <a:pt x="0" y="959"/>
                  </a:cubicBezTo>
                  <a:cubicBezTo>
                    <a:pt x="0" y="1490"/>
                    <a:pt x="435" y="1917"/>
                    <a:pt x="959" y="1917"/>
                  </a:cubicBezTo>
                  <a:cubicBezTo>
                    <a:pt x="1490" y="1917"/>
                    <a:pt x="1925" y="1490"/>
                    <a:pt x="1925" y="959"/>
                  </a:cubicBezTo>
                  <a:cubicBezTo>
                    <a:pt x="1925" y="427"/>
                    <a:pt x="1490" y="0"/>
                    <a:pt x="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2" name="Google Shape;1772;p68"/>
            <p:cNvSpPr/>
            <p:nvPr/>
          </p:nvSpPr>
          <p:spPr>
            <a:xfrm>
              <a:off x="5888877" y="3684842"/>
              <a:ext cx="162233" cy="163408"/>
            </a:xfrm>
            <a:custGeom>
              <a:avLst/>
              <a:gdLst/>
              <a:ahLst/>
              <a:cxnLst/>
              <a:rect l="l" t="t" r="r" b="b"/>
              <a:pathLst>
                <a:path w="1105" h="1113" extrusionOk="0">
                  <a:moveTo>
                    <a:pt x="549" y="1"/>
                  </a:moveTo>
                  <a:cubicBezTo>
                    <a:pt x="243" y="1"/>
                    <a:pt x="1" y="250"/>
                    <a:pt x="1" y="557"/>
                  </a:cubicBezTo>
                  <a:cubicBezTo>
                    <a:pt x="1" y="863"/>
                    <a:pt x="243" y="1112"/>
                    <a:pt x="549" y="1112"/>
                  </a:cubicBezTo>
                  <a:cubicBezTo>
                    <a:pt x="855" y="1112"/>
                    <a:pt x="1104" y="863"/>
                    <a:pt x="1104" y="557"/>
                  </a:cubicBezTo>
                  <a:cubicBezTo>
                    <a:pt x="1104" y="250"/>
                    <a:pt x="855" y="1"/>
                    <a:pt x="5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3" name="Google Shape;1773;p68"/>
            <p:cNvSpPr/>
            <p:nvPr/>
          </p:nvSpPr>
          <p:spPr>
            <a:xfrm>
              <a:off x="5935124" y="3732117"/>
              <a:ext cx="69885" cy="70032"/>
            </a:xfrm>
            <a:custGeom>
              <a:avLst/>
              <a:gdLst/>
              <a:ahLst/>
              <a:cxnLst/>
              <a:rect l="l" t="t" r="r" b="b"/>
              <a:pathLst>
                <a:path w="476" h="477" extrusionOk="0">
                  <a:moveTo>
                    <a:pt x="234" y="1"/>
                  </a:moveTo>
                  <a:cubicBezTo>
                    <a:pt x="105" y="1"/>
                    <a:pt x="0" y="106"/>
                    <a:pt x="0" y="235"/>
                  </a:cubicBezTo>
                  <a:cubicBezTo>
                    <a:pt x="0" y="371"/>
                    <a:pt x="105" y="476"/>
                    <a:pt x="234" y="476"/>
                  </a:cubicBezTo>
                  <a:cubicBezTo>
                    <a:pt x="371" y="476"/>
                    <a:pt x="475" y="371"/>
                    <a:pt x="475" y="235"/>
                  </a:cubicBezTo>
                  <a:cubicBezTo>
                    <a:pt x="475" y="106"/>
                    <a:pt x="371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4" name="Google Shape;1774;p68"/>
            <p:cNvSpPr/>
            <p:nvPr/>
          </p:nvSpPr>
          <p:spPr>
            <a:xfrm>
              <a:off x="7709834" y="3625821"/>
              <a:ext cx="282771" cy="281449"/>
            </a:xfrm>
            <a:custGeom>
              <a:avLst/>
              <a:gdLst/>
              <a:ahLst/>
              <a:cxnLst/>
              <a:rect l="l" t="t" r="r" b="b"/>
              <a:pathLst>
                <a:path w="1926" h="1917" extrusionOk="0">
                  <a:moveTo>
                    <a:pt x="959" y="0"/>
                  </a:moveTo>
                  <a:cubicBezTo>
                    <a:pt x="436" y="0"/>
                    <a:pt x="1" y="427"/>
                    <a:pt x="1" y="959"/>
                  </a:cubicBezTo>
                  <a:cubicBezTo>
                    <a:pt x="1" y="1490"/>
                    <a:pt x="436" y="1917"/>
                    <a:pt x="959" y="1917"/>
                  </a:cubicBezTo>
                  <a:cubicBezTo>
                    <a:pt x="1491" y="1917"/>
                    <a:pt x="1926" y="1490"/>
                    <a:pt x="1926" y="959"/>
                  </a:cubicBezTo>
                  <a:cubicBezTo>
                    <a:pt x="1926" y="427"/>
                    <a:pt x="1491" y="0"/>
                    <a:pt x="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5" name="Google Shape;1775;p68"/>
            <p:cNvSpPr/>
            <p:nvPr/>
          </p:nvSpPr>
          <p:spPr>
            <a:xfrm>
              <a:off x="7770175" y="3684842"/>
              <a:ext cx="162087" cy="163408"/>
            </a:xfrm>
            <a:custGeom>
              <a:avLst/>
              <a:gdLst/>
              <a:ahLst/>
              <a:cxnLst/>
              <a:rect l="l" t="t" r="r" b="b"/>
              <a:pathLst>
                <a:path w="1104" h="1113" extrusionOk="0">
                  <a:moveTo>
                    <a:pt x="548" y="1"/>
                  </a:moveTo>
                  <a:cubicBezTo>
                    <a:pt x="242" y="1"/>
                    <a:pt x="1" y="250"/>
                    <a:pt x="1" y="557"/>
                  </a:cubicBezTo>
                  <a:cubicBezTo>
                    <a:pt x="1" y="863"/>
                    <a:pt x="242" y="1112"/>
                    <a:pt x="548" y="1112"/>
                  </a:cubicBezTo>
                  <a:cubicBezTo>
                    <a:pt x="854" y="1112"/>
                    <a:pt x="1104" y="863"/>
                    <a:pt x="1104" y="557"/>
                  </a:cubicBezTo>
                  <a:cubicBezTo>
                    <a:pt x="1104" y="250"/>
                    <a:pt x="854" y="1"/>
                    <a:pt x="5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6" name="Google Shape;1776;p68"/>
            <p:cNvSpPr/>
            <p:nvPr/>
          </p:nvSpPr>
          <p:spPr>
            <a:xfrm>
              <a:off x="7816275" y="3732117"/>
              <a:ext cx="69885" cy="70032"/>
            </a:xfrm>
            <a:custGeom>
              <a:avLst/>
              <a:gdLst/>
              <a:ahLst/>
              <a:cxnLst/>
              <a:rect l="l" t="t" r="r" b="b"/>
              <a:pathLst>
                <a:path w="476" h="477" extrusionOk="0">
                  <a:moveTo>
                    <a:pt x="234" y="1"/>
                  </a:moveTo>
                  <a:cubicBezTo>
                    <a:pt x="105" y="1"/>
                    <a:pt x="1" y="106"/>
                    <a:pt x="1" y="235"/>
                  </a:cubicBezTo>
                  <a:cubicBezTo>
                    <a:pt x="1" y="371"/>
                    <a:pt x="105" y="476"/>
                    <a:pt x="234" y="476"/>
                  </a:cubicBezTo>
                  <a:cubicBezTo>
                    <a:pt x="371" y="476"/>
                    <a:pt x="476" y="371"/>
                    <a:pt x="476" y="235"/>
                  </a:cubicBezTo>
                  <a:cubicBezTo>
                    <a:pt x="476" y="106"/>
                    <a:pt x="371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7" name="Google Shape;1777;p68"/>
            <p:cNvSpPr/>
            <p:nvPr/>
          </p:nvSpPr>
          <p:spPr>
            <a:xfrm>
              <a:off x="7614110" y="2769733"/>
              <a:ext cx="122005" cy="229476"/>
            </a:xfrm>
            <a:custGeom>
              <a:avLst/>
              <a:gdLst/>
              <a:ahLst/>
              <a:cxnLst/>
              <a:rect l="l" t="t" r="r" b="b"/>
              <a:pathLst>
                <a:path w="831" h="1563" extrusionOk="0">
                  <a:moveTo>
                    <a:pt x="0" y="0"/>
                  </a:moveTo>
                  <a:lnTo>
                    <a:pt x="0" y="1563"/>
                  </a:lnTo>
                  <a:lnTo>
                    <a:pt x="830" y="1563"/>
                  </a:lnTo>
                  <a:lnTo>
                    <a:pt x="8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8" name="Google Shape;1778;p68"/>
            <p:cNvSpPr/>
            <p:nvPr/>
          </p:nvSpPr>
          <p:spPr>
            <a:xfrm>
              <a:off x="7634223" y="2746095"/>
              <a:ext cx="81777" cy="23784"/>
            </a:xfrm>
            <a:custGeom>
              <a:avLst/>
              <a:gdLst/>
              <a:ahLst/>
              <a:cxnLst/>
              <a:rect l="l" t="t" r="r" b="b"/>
              <a:pathLst>
                <a:path w="55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556" y="161"/>
                  </a:lnTo>
                  <a:lnTo>
                    <a:pt x="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9" name="Google Shape;1779;p68"/>
            <p:cNvSpPr/>
            <p:nvPr/>
          </p:nvSpPr>
          <p:spPr>
            <a:xfrm>
              <a:off x="7663733" y="2681056"/>
              <a:ext cx="22610" cy="65187"/>
            </a:xfrm>
            <a:custGeom>
              <a:avLst/>
              <a:gdLst/>
              <a:ahLst/>
              <a:cxnLst/>
              <a:rect l="l" t="t" r="r" b="b"/>
              <a:pathLst>
                <a:path w="154" h="444" extrusionOk="0">
                  <a:moveTo>
                    <a:pt x="73" y="0"/>
                  </a:moveTo>
                  <a:cubicBezTo>
                    <a:pt x="33" y="0"/>
                    <a:pt x="1" y="40"/>
                    <a:pt x="1" y="81"/>
                  </a:cubicBezTo>
                  <a:lnTo>
                    <a:pt x="1" y="443"/>
                  </a:lnTo>
                  <a:lnTo>
                    <a:pt x="154" y="443"/>
                  </a:lnTo>
                  <a:lnTo>
                    <a:pt x="154" y="81"/>
                  </a:lnTo>
                  <a:cubicBezTo>
                    <a:pt x="154" y="32"/>
                    <a:pt x="122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0" name="Google Shape;1780;p68"/>
            <p:cNvSpPr/>
            <p:nvPr/>
          </p:nvSpPr>
          <p:spPr>
            <a:xfrm>
              <a:off x="7748887" y="2769733"/>
              <a:ext cx="120831" cy="229476"/>
            </a:xfrm>
            <a:custGeom>
              <a:avLst/>
              <a:gdLst/>
              <a:ahLst/>
              <a:cxnLst/>
              <a:rect l="l" t="t" r="r" b="b"/>
              <a:pathLst>
                <a:path w="823" h="1563" extrusionOk="0">
                  <a:moveTo>
                    <a:pt x="1" y="0"/>
                  </a:moveTo>
                  <a:lnTo>
                    <a:pt x="1" y="1563"/>
                  </a:lnTo>
                  <a:lnTo>
                    <a:pt x="822" y="1563"/>
                  </a:lnTo>
                  <a:lnTo>
                    <a:pt x="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1" name="Google Shape;1781;p68"/>
            <p:cNvSpPr/>
            <p:nvPr/>
          </p:nvSpPr>
          <p:spPr>
            <a:xfrm>
              <a:off x="7767826" y="2746095"/>
              <a:ext cx="82952" cy="23784"/>
            </a:xfrm>
            <a:custGeom>
              <a:avLst/>
              <a:gdLst/>
              <a:ahLst/>
              <a:cxnLst/>
              <a:rect l="l" t="t" r="r" b="b"/>
              <a:pathLst>
                <a:path w="565" h="162" extrusionOk="0">
                  <a:moveTo>
                    <a:pt x="0" y="0"/>
                  </a:moveTo>
                  <a:lnTo>
                    <a:pt x="0" y="161"/>
                  </a:lnTo>
                  <a:lnTo>
                    <a:pt x="564" y="161"/>
                  </a:lnTo>
                  <a:lnTo>
                    <a:pt x="5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2" name="Google Shape;1782;p68"/>
            <p:cNvSpPr/>
            <p:nvPr/>
          </p:nvSpPr>
          <p:spPr>
            <a:xfrm>
              <a:off x="7797336" y="2681056"/>
              <a:ext cx="23784" cy="65187"/>
            </a:xfrm>
            <a:custGeom>
              <a:avLst/>
              <a:gdLst/>
              <a:ahLst/>
              <a:cxnLst/>
              <a:rect l="l" t="t" r="r" b="b"/>
              <a:pathLst>
                <a:path w="162" h="444" extrusionOk="0">
                  <a:moveTo>
                    <a:pt x="81" y="0"/>
                  </a:moveTo>
                  <a:cubicBezTo>
                    <a:pt x="41" y="0"/>
                    <a:pt x="1" y="40"/>
                    <a:pt x="1" y="81"/>
                  </a:cubicBezTo>
                  <a:lnTo>
                    <a:pt x="1" y="443"/>
                  </a:lnTo>
                  <a:lnTo>
                    <a:pt x="162" y="443"/>
                  </a:lnTo>
                  <a:lnTo>
                    <a:pt x="162" y="81"/>
                  </a:lnTo>
                  <a:cubicBezTo>
                    <a:pt x="162" y="32"/>
                    <a:pt x="122" y="0"/>
                    <a:pt x="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3" name="Google Shape;1783;p68"/>
            <p:cNvSpPr/>
            <p:nvPr/>
          </p:nvSpPr>
          <p:spPr>
            <a:xfrm>
              <a:off x="7525433" y="2853565"/>
              <a:ext cx="50946" cy="48743"/>
            </a:xfrm>
            <a:custGeom>
              <a:avLst/>
              <a:gdLst/>
              <a:ahLst/>
              <a:cxnLst/>
              <a:rect l="l" t="t" r="r" b="b"/>
              <a:pathLst>
                <a:path w="347" h="332" extrusionOk="0">
                  <a:moveTo>
                    <a:pt x="57" y="1"/>
                  </a:moveTo>
                  <a:cubicBezTo>
                    <a:pt x="25" y="1"/>
                    <a:pt x="0" y="25"/>
                    <a:pt x="0" y="57"/>
                  </a:cubicBezTo>
                  <a:lnTo>
                    <a:pt x="0" y="331"/>
                  </a:lnTo>
                  <a:lnTo>
                    <a:pt x="347" y="331"/>
                  </a:lnTo>
                  <a:lnTo>
                    <a:pt x="347" y="57"/>
                  </a:lnTo>
                  <a:cubicBezTo>
                    <a:pt x="347" y="25"/>
                    <a:pt x="323" y="1"/>
                    <a:pt x="2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4" name="Google Shape;1784;p68"/>
            <p:cNvSpPr/>
            <p:nvPr/>
          </p:nvSpPr>
          <p:spPr>
            <a:xfrm>
              <a:off x="7493574" y="2891444"/>
              <a:ext cx="114811" cy="107764"/>
            </a:xfrm>
            <a:custGeom>
              <a:avLst/>
              <a:gdLst/>
              <a:ahLst/>
              <a:cxnLst/>
              <a:rect l="l" t="t" r="r" b="b"/>
              <a:pathLst>
                <a:path w="782" h="734" extrusionOk="0">
                  <a:moveTo>
                    <a:pt x="217" y="1"/>
                  </a:moveTo>
                  <a:lnTo>
                    <a:pt x="32" y="556"/>
                  </a:lnTo>
                  <a:cubicBezTo>
                    <a:pt x="0" y="645"/>
                    <a:pt x="64" y="734"/>
                    <a:pt x="161" y="734"/>
                  </a:cubicBezTo>
                  <a:lnTo>
                    <a:pt x="628" y="734"/>
                  </a:lnTo>
                  <a:cubicBezTo>
                    <a:pt x="717" y="734"/>
                    <a:pt x="781" y="645"/>
                    <a:pt x="749" y="556"/>
                  </a:cubicBezTo>
                  <a:lnTo>
                    <a:pt x="5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5" name="Google Shape;1785;p68"/>
            <p:cNvSpPr/>
            <p:nvPr/>
          </p:nvSpPr>
          <p:spPr>
            <a:xfrm>
              <a:off x="6531050" y="2846518"/>
              <a:ext cx="147845" cy="152690"/>
            </a:xfrm>
            <a:custGeom>
              <a:avLst/>
              <a:gdLst/>
              <a:ahLst/>
              <a:cxnLst/>
              <a:rect l="l" t="t" r="r" b="b"/>
              <a:pathLst>
                <a:path w="1007" h="1040" extrusionOk="0">
                  <a:moveTo>
                    <a:pt x="0" y="1"/>
                  </a:moveTo>
                  <a:lnTo>
                    <a:pt x="0" y="1040"/>
                  </a:lnTo>
                  <a:lnTo>
                    <a:pt x="1007" y="1040"/>
                  </a:lnTo>
                  <a:lnTo>
                    <a:pt x="10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6" name="Google Shape;1786;p68"/>
            <p:cNvSpPr/>
            <p:nvPr/>
          </p:nvSpPr>
          <p:spPr>
            <a:xfrm>
              <a:off x="6814845" y="1843907"/>
              <a:ext cx="914086" cy="335918"/>
            </a:xfrm>
            <a:custGeom>
              <a:avLst/>
              <a:gdLst/>
              <a:ahLst/>
              <a:cxnLst/>
              <a:rect l="l" t="t" r="r" b="b"/>
              <a:pathLst>
                <a:path w="6226" h="2288" extrusionOk="0">
                  <a:moveTo>
                    <a:pt x="0" y="0"/>
                  </a:moveTo>
                  <a:lnTo>
                    <a:pt x="0" y="2287"/>
                  </a:lnTo>
                  <a:lnTo>
                    <a:pt x="6226" y="2287"/>
                  </a:lnTo>
                  <a:lnTo>
                    <a:pt x="6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7" name="Google Shape;1787;p68"/>
            <p:cNvSpPr/>
            <p:nvPr/>
          </p:nvSpPr>
          <p:spPr>
            <a:xfrm>
              <a:off x="7774873" y="1843907"/>
              <a:ext cx="177502" cy="335918"/>
            </a:xfrm>
            <a:custGeom>
              <a:avLst/>
              <a:gdLst/>
              <a:ahLst/>
              <a:cxnLst/>
              <a:rect l="l" t="t" r="r" b="b"/>
              <a:pathLst>
                <a:path w="1209" h="2288" extrusionOk="0">
                  <a:moveTo>
                    <a:pt x="1" y="0"/>
                  </a:moveTo>
                  <a:lnTo>
                    <a:pt x="1" y="2287"/>
                  </a:lnTo>
                  <a:lnTo>
                    <a:pt x="1209" y="2287"/>
                  </a:lnTo>
                  <a:lnTo>
                    <a:pt x="12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8" name="Google Shape;1788;p68"/>
            <p:cNvSpPr/>
            <p:nvPr/>
          </p:nvSpPr>
          <p:spPr>
            <a:xfrm>
              <a:off x="7774873" y="2203314"/>
              <a:ext cx="177502" cy="334744"/>
            </a:xfrm>
            <a:custGeom>
              <a:avLst/>
              <a:gdLst/>
              <a:ahLst/>
              <a:cxnLst/>
              <a:rect l="l" t="t" r="r" b="b"/>
              <a:pathLst>
                <a:path w="1209" h="2280" extrusionOk="0">
                  <a:moveTo>
                    <a:pt x="1" y="0"/>
                  </a:moveTo>
                  <a:lnTo>
                    <a:pt x="1" y="2280"/>
                  </a:lnTo>
                  <a:lnTo>
                    <a:pt x="1209" y="2280"/>
                  </a:lnTo>
                  <a:lnTo>
                    <a:pt x="12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9" name="Google Shape;1789;p68"/>
            <p:cNvSpPr/>
            <p:nvPr/>
          </p:nvSpPr>
          <p:spPr>
            <a:xfrm>
              <a:off x="7818624" y="3512185"/>
              <a:ext cx="379817" cy="399931"/>
            </a:xfrm>
            <a:custGeom>
              <a:avLst/>
              <a:gdLst/>
              <a:ahLst/>
              <a:cxnLst/>
              <a:rect l="l" t="t" r="r" b="b"/>
              <a:pathLst>
                <a:path w="2587" h="2724" extrusionOk="0">
                  <a:moveTo>
                    <a:pt x="1" y="1"/>
                  </a:moveTo>
                  <a:lnTo>
                    <a:pt x="661" y="2723"/>
                  </a:lnTo>
                  <a:lnTo>
                    <a:pt x="1990" y="2723"/>
                  </a:lnTo>
                  <a:lnTo>
                    <a:pt x="2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90" name="Google Shape;1790;p68"/>
            <p:cNvCxnSpPr/>
            <p:nvPr/>
          </p:nvCxnSpPr>
          <p:spPr>
            <a:xfrm rot="10800000">
              <a:off x="6959938" y="2203450"/>
              <a:ext cx="1800" cy="2484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1" name="Google Shape;1791;p68"/>
            <p:cNvCxnSpPr/>
            <p:nvPr/>
          </p:nvCxnSpPr>
          <p:spPr>
            <a:xfrm rot="10800000">
              <a:off x="7623288" y="2203450"/>
              <a:ext cx="1800" cy="2484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92" name="Google Shape;1792;p68"/>
            <p:cNvSpPr/>
            <p:nvPr/>
          </p:nvSpPr>
          <p:spPr>
            <a:xfrm>
              <a:off x="6905132" y="2401750"/>
              <a:ext cx="754800" cy="181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93" name="Google Shape;1793;p68"/>
            <p:cNvCxnSpPr/>
            <p:nvPr/>
          </p:nvCxnSpPr>
          <p:spPr>
            <a:xfrm>
              <a:off x="6863325" y="1903875"/>
              <a:ext cx="374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4" name="Google Shape;1794;p68"/>
            <p:cNvCxnSpPr/>
            <p:nvPr/>
          </p:nvCxnSpPr>
          <p:spPr>
            <a:xfrm>
              <a:off x="6863325" y="2119850"/>
              <a:ext cx="4974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5" name="Google Shape;1795;p68"/>
            <p:cNvCxnSpPr/>
            <p:nvPr/>
          </p:nvCxnSpPr>
          <p:spPr>
            <a:xfrm>
              <a:off x="6863325" y="2047858"/>
              <a:ext cx="4746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6" name="Google Shape;1796;p68"/>
            <p:cNvCxnSpPr/>
            <p:nvPr/>
          </p:nvCxnSpPr>
          <p:spPr>
            <a:xfrm>
              <a:off x="6863325" y="1975867"/>
              <a:ext cx="5028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7" name="Google Shape;1797;p68"/>
            <p:cNvCxnSpPr/>
            <p:nvPr/>
          </p:nvCxnSpPr>
          <p:spPr>
            <a:xfrm>
              <a:off x="7531350" y="1903875"/>
              <a:ext cx="149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8" name="Google Shape;1798;p68"/>
            <p:cNvCxnSpPr/>
            <p:nvPr/>
          </p:nvCxnSpPr>
          <p:spPr>
            <a:xfrm>
              <a:off x="7531350" y="2119850"/>
              <a:ext cx="149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9" name="Google Shape;1799;p68"/>
            <p:cNvCxnSpPr/>
            <p:nvPr/>
          </p:nvCxnSpPr>
          <p:spPr>
            <a:xfrm>
              <a:off x="7531350" y="2047858"/>
              <a:ext cx="149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0" name="Google Shape;1800;p68"/>
            <p:cNvCxnSpPr/>
            <p:nvPr/>
          </p:nvCxnSpPr>
          <p:spPr>
            <a:xfrm>
              <a:off x="7531350" y="1975867"/>
              <a:ext cx="149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1" name="Google Shape;1801;p68"/>
            <p:cNvCxnSpPr/>
            <p:nvPr/>
          </p:nvCxnSpPr>
          <p:spPr>
            <a:xfrm>
              <a:off x="7803925" y="1903875"/>
              <a:ext cx="119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2" name="Google Shape;1802;p68"/>
            <p:cNvCxnSpPr/>
            <p:nvPr/>
          </p:nvCxnSpPr>
          <p:spPr>
            <a:xfrm>
              <a:off x="7803925" y="2119850"/>
              <a:ext cx="119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3" name="Google Shape;1803;p68"/>
            <p:cNvCxnSpPr/>
            <p:nvPr/>
          </p:nvCxnSpPr>
          <p:spPr>
            <a:xfrm>
              <a:off x="7803925" y="2047858"/>
              <a:ext cx="119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4" name="Google Shape;1804;p68"/>
            <p:cNvCxnSpPr/>
            <p:nvPr/>
          </p:nvCxnSpPr>
          <p:spPr>
            <a:xfrm>
              <a:off x="7803925" y="1975867"/>
              <a:ext cx="119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5" name="Google Shape;1805;p68"/>
            <p:cNvCxnSpPr/>
            <p:nvPr/>
          </p:nvCxnSpPr>
          <p:spPr>
            <a:xfrm>
              <a:off x="7803925" y="2262700"/>
              <a:ext cx="119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6" name="Google Shape;1806;p68"/>
            <p:cNvCxnSpPr/>
            <p:nvPr/>
          </p:nvCxnSpPr>
          <p:spPr>
            <a:xfrm>
              <a:off x="7803925" y="2478675"/>
              <a:ext cx="119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7" name="Google Shape;1807;p68"/>
            <p:cNvCxnSpPr/>
            <p:nvPr/>
          </p:nvCxnSpPr>
          <p:spPr>
            <a:xfrm>
              <a:off x="7803925" y="2406683"/>
              <a:ext cx="119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8" name="Google Shape;1808;p68"/>
            <p:cNvCxnSpPr/>
            <p:nvPr/>
          </p:nvCxnSpPr>
          <p:spPr>
            <a:xfrm>
              <a:off x="7803925" y="2334692"/>
              <a:ext cx="119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" name="Google Shape;6236;p99">
            <a:extLst>
              <a:ext uri="{FF2B5EF4-FFF2-40B4-BE49-F238E27FC236}">
                <a16:creationId xmlns:a16="http://schemas.microsoft.com/office/drawing/2014/main" id="{534701B2-4199-6AFB-885B-B15D16CCBE51}"/>
              </a:ext>
            </a:extLst>
          </p:cNvPr>
          <p:cNvGrpSpPr/>
          <p:nvPr/>
        </p:nvGrpSpPr>
        <p:grpSpPr>
          <a:xfrm>
            <a:off x="597985" y="2732880"/>
            <a:ext cx="4370646" cy="1055776"/>
            <a:chOff x="3512551" y="2358270"/>
            <a:chExt cx="1597383" cy="378533"/>
          </a:xfrm>
        </p:grpSpPr>
        <p:cxnSp>
          <p:nvCxnSpPr>
            <p:cNvPr id="3" name="Google Shape;6237;p99">
              <a:extLst>
                <a:ext uri="{FF2B5EF4-FFF2-40B4-BE49-F238E27FC236}">
                  <a16:creationId xmlns:a16="http://schemas.microsoft.com/office/drawing/2014/main" id="{2CCA881F-8568-DCBD-A389-FD16F2043D36}"/>
                </a:ext>
              </a:extLst>
            </p:cNvPr>
            <p:cNvCxnSpPr>
              <a:stCxn id="18" idx="6"/>
              <a:endCxn id="9" idx="2"/>
            </p:cNvCxnSpPr>
            <p:nvPr/>
          </p:nvCxnSpPr>
          <p:spPr>
            <a:xfrm>
              <a:off x="3738198" y="2553118"/>
              <a:ext cx="1146000" cy="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" name="Google Shape;6240;p99">
              <a:extLst>
                <a:ext uri="{FF2B5EF4-FFF2-40B4-BE49-F238E27FC236}">
                  <a16:creationId xmlns:a16="http://schemas.microsoft.com/office/drawing/2014/main" id="{2F238330-D746-85FE-C264-05FF6B6103E2}"/>
                </a:ext>
              </a:extLst>
            </p:cNvPr>
            <p:cNvGrpSpPr/>
            <p:nvPr/>
          </p:nvGrpSpPr>
          <p:grpSpPr>
            <a:xfrm>
              <a:off x="3512551" y="2358270"/>
              <a:ext cx="225647" cy="307714"/>
              <a:chOff x="2182679" y="2004714"/>
              <a:chExt cx="792300" cy="1080458"/>
            </a:xfrm>
          </p:grpSpPr>
          <p:cxnSp>
            <p:nvCxnSpPr>
              <p:cNvPr id="17" name="Google Shape;6241;p99">
                <a:extLst>
                  <a:ext uri="{FF2B5EF4-FFF2-40B4-BE49-F238E27FC236}">
                    <a16:creationId xmlns:a16="http://schemas.microsoft.com/office/drawing/2014/main" id="{83F2EB61-A48F-106D-DE66-4653996AB7FF}"/>
                  </a:ext>
                </a:extLst>
              </p:cNvPr>
              <p:cNvCxnSpPr>
                <a:stCxn id="19" idx="0"/>
              </p:cNvCxnSpPr>
              <p:nvPr/>
            </p:nvCxnSpPr>
            <p:spPr>
              <a:xfrm rot="10800000">
                <a:off x="2578961" y="2004714"/>
                <a:ext cx="0" cy="389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" name="Google Shape;6238;p99">
                <a:extLst>
                  <a:ext uri="{FF2B5EF4-FFF2-40B4-BE49-F238E27FC236}">
                    <a16:creationId xmlns:a16="http://schemas.microsoft.com/office/drawing/2014/main" id="{2F048CBE-F32B-2D44-F94F-93C4F69F9AC7}"/>
                  </a:ext>
                </a:extLst>
              </p:cNvPr>
              <p:cNvSpPr/>
              <p:nvPr/>
            </p:nvSpPr>
            <p:spPr>
              <a:xfrm>
                <a:off x="2182679" y="2292572"/>
                <a:ext cx="792300" cy="7926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Google Shape;6242;p99">
                <a:extLst>
                  <a:ext uri="{FF2B5EF4-FFF2-40B4-BE49-F238E27FC236}">
                    <a16:creationId xmlns:a16="http://schemas.microsoft.com/office/drawing/2014/main" id="{91A0451D-19D7-078A-8A29-1DEB48AB68F7}"/>
                  </a:ext>
                </a:extLst>
              </p:cNvPr>
              <p:cNvSpPr/>
              <p:nvPr/>
            </p:nvSpPr>
            <p:spPr>
              <a:xfrm>
                <a:off x="2283911" y="2393814"/>
                <a:ext cx="590100" cy="5901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" name="Google Shape;6243;p99">
              <a:extLst>
                <a:ext uri="{FF2B5EF4-FFF2-40B4-BE49-F238E27FC236}">
                  <a16:creationId xmlns:a16="http://schemas.microsoft.com/office/drawing/2014/main" id="{87A37FE8-3B43-3730-5B2C-24EBB9152796}"/>
                </a:ext>
              </a:extLst>
            </p:cNvPr>
            <p:cNvGrpSpPr/>
            <p:nvPr/>
          </p:nvGrpSpPr>
          <p:grpSpPr>
            <a:xfrm>
              <a:off x="3969644" y="2440153"/>
              <a:ext cx="225853" cy="296651"/>
              <a:chOff x="3775710" y="1729289"/>
              <a:chExt cx="136500" cy="179289"/>
            </a:xfrm>
          </p:grpSpPr>
          <p:cxnSp>
            <p:nvCxnSpPr>
              <p:cNvPr id="14" name="Google Shape;6244;p99">
                <a:extLst>
                  <a:ext uri="{FF2B5EF4-FFF2-40B4-BE49-F238E27FC236}">
                    <a16:creationId xmlns:a16="http://schemas.microsoft.com/office/drawing/2014/main" id="{D4B79510-8F9C-D5C6-7255-43A7C88B6C37}"/>
                  </a:ext>
                </a:extLst>
              </p:cNvPr>
              <p:cNvCxnSpPr/>
              <p:nvPr/>
            </p:nvCxnSpPr>
            <p:spPr>
              <a:xfrm>
                <a:off x="3843851" y="1848278"/>
                <a:ext cx="0" cy="60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" name="Google Shape;6245;p99">
                <a:extLst>
                  <a:ext uri="{FF2B5EF4-FFF2-40B4-BE49-F238E27FC236}">
                    <a16:creationId xmlns:a16="http://schemas.microsoft.com/office/drawing/2014/main" id="{C578CA7D-3461-BE93-A7B4-CB8B6C22ECA1}"/>
                  </a:ext>
                </a:extLst>
              </p:cNvPr>
              <p:cNvSpPr/>
              <p:nvPr/>
            </p:nvSpPr>
            <p:spPr>
              <a:xfrm>
                <a:off x="3775710" y="1729289"/>
                <a:ext cx="136500" cy="1365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Google Shape;6246;p99">
                <a:extLst>
                  <a:ext uri="{FF2B5EF4-FFF2-40B4-BE49-F238E27FC236}">
                    <a16:creationId xmlns:a16="http://schemas.microsoft.com/office/drawing/2014/main" id="{63D5D262-A4A1-66B5-79C6-FC8847DFE3D2}"/>
                  </a:ext>
                </a:extLst>
              </p:cNvPr>
              <p:cNvSpPr/>
              <p:nvPr/>
            </p:nvSpPr>
            <p:spPr>
              <a:xfrm>
                <a:off x="3793133" y="1746713"/>
                <a:ext cx="101700" cy="1017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" name="Google Shape;6247;p99">
              <a:extLst>
                <a:ext uri="{FF2B5EF4-FFF2-40B4-BE49-F238E27FC236}">
                  <a16:creationId xmlns:a16="http://schemas.microsoft.com/office/drawing/2014/main" id="{EDC72169-9B82-7154-2947-92F086575A67}"/>
                </a:ext>
              </a:extLst>
            </p:cNvPr>
            <p:cNvGrpSpPr/>
            <p:nvPr/>
          </p:nvGrpSpPr>
          <p:grpSpPr>
            <a:xfrm>
              <a:off x="4427051" y="2358270"/>
              <a:ext cx="225647" cy="307714"/>
              <a:chOff x="5393704" y="2004714"/>
              <a:chExt cx="792300" cy="1080458"/>
            </a:xfrm>
          </p:grpSpPr>
          <p:cxnSp>
            <p:nvCxnSpPr>
              <p:cNvPr id="11" name="Google Shape;6248;p99">
                <a:extLst>
                  <a:ext uri="{FF2B5EF4-FFF2-40B4-BE49-F238E27FC236}">
                    <a16:creationId xmlns:a16="http://schemas.microsoft.com/office/drawing/2014/main" id="{5DAE1390-1BF1-3214-CF34-5E0C105C564E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 rot="10800000">
                <a:off x="5789986" y="2004714"/>
                <a:ext cx="0" cy="389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" name="Google Shape;6250;p99">
                <a:extLst>
                  <a:ext uri="{FF2B5EF4-FFF2-40B4-BE49-F238E27FC236}">
                    <a16:creationId xmlns:a16="http://schemas.microsoft.com/office/drawing/2014/main" id="{7F69BA7F-A6EF-0D97-4453-84AE9CAE5BB2}"/>
                  </a:ext>
                </a:extLst>
              </p:cNvPr>
              <p:cNvSpPr/>
              <p:nvPr/>
            </p:nvSpPr>
            <p:spPr>
              <a:xfrm>
                <a:off x="5393704" y="2292572"/>
                <a:ext cx="792300" cy="7926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Google Shape;6249;p99">
                <a:extLst>
                  <a:ext uri="{FF2B5EF4-FFF2-40B4-BE49-F238E27FC236}">
                    <a16:creationId xmlns:a16="http://schemas.microsoft.com/office/drawing/2014/main" id="{1F785B5F-F67B-B313-D553-66AA02FE1A7A}"/>
                  </a:ext>
                </a:extLst>
              </p:cNvPr>
              <p:cNvSpPr/>
              <p:nvPr/>
            </p:nvSpPr>
            <p:spPr>
              <a:xfrm>
                <a:off x="5494936" y="2393814"/>
                <a:ext cx="590100" cy="5901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" name="Google Shape;6251;p99">
              <a:extLst>
                <a:ext uri="{FF2B5EF4-FFF2-40B4-BE49-F238E27FC236}">
                  <a16:creationId xmlns:a16="http://schemas.microsoft.com/office/drawing/2014/main" id="{2971B258-BA1E-D30A-C4CF-59FB17A57DFF}"/>
                </a:ext>
              </a:extLst>
            </p:cNvPr>
            <p:cNvGrpSpPr/>
            <p:nvPr/>
          </p:nvGrpSpPr>
          <p:grpSpPr>
            <a:xfrm>
              <a:off x="4884287" y="2440252"/>
              <a:ext cx="225647" cy="296532"/>
              <a:chOff x="6999166" y="2292572"/>
              <a:chExt cx="792300" cy="1041192"/>
            </a:xfrm>
          </p:grpSpPr>
          <p:cxnSp>
            <p:nvCxnSpPr>
              <p:cNvPr id="8" name="Google Shape;6252;p99">
                <a:extLst>
                  <a:ext uri="{FF2B5EF4-FFF2-40B4-BE49-F238E27FC236}">
                    <a16:creationId xmlns:a16="http://schemas.microsoft.com/office/drawing/2014/main" id="{5DE83E85-F877-88F0-FFF7-902F7C201634}"/>
                  </a:ext>
                </a:extLst>
              </p:cNvPr>
              <p:cNvCxnSpPr/>
              <p:nvPr/>
            </p:nvCxnSpPr>
            <p:spPr>
              <a:xfrm>
                <a:off x="7395553" y="2983964"/>
                <a:ext cx="0" cy="349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" name="Google Shape;6239;p99">
                <a:extLst>
                  <a:ext uri="{FF2B5EF4-FFF2-40B4-BE49-F238E27FC236}">
                    <a16:creationId xmlns:a16="http://schemas.microsoft.com/office/drawing/2014/main" id="{FCA40226-7912-3E3D-D51C-1BEFC280BBCF}"/>
                  </a:ext>
                </a:extLst>
              </p:cNvPr>
              <p:cNvSpPr/>
              <p:nvPr/>
            </p:nvSpPr>
            <p:spPr>
              <a:xfrm>
                <a:off x="6999166" y="2292572"/>
                <a:ext cx="792300" cy="7926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Google Shape;6253;p99">
                <a:extLst>
                  <a:ext uri="{FF2B5EF4-FFF2-40B4-BE49-F238E27FC236}">
                    <a16:creationId xmlns:a16="http://schemas.microsoft.com/office/drawing/2014/main" id="{C2A45D88-B196-3017-11FE-45E8441B58DD}"/>
                  </a:ext>
                </a:extLst>
              </p:cNvPr>
              <p:cNvSpPr/>
              <p:nvPr/>
            </p:nvSpPr>
            <p:spPr>
              <a:xfrm>
                <a:off x="7100398" y="2393814"/>
                <a:ext cx="590100" cy="5901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9475550-D72E-6DF6-D20D-11CCF6DCDA46}"/>
              </a:ext>
            </a:extLst>
          </p:cNvPr>
          <p:cNvSpPr txBox="1"/>
          <p:nvPr/>
        </p:nvSpPr>
        <p:spPr>
          <a:xfrm flipH="1">
            <a:off x="1046659" y="3732117"/>
            <a:ext cx="2272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market research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E6298B-6D57-51D9-6980-C11D23C96D7B}"/>
              </a:ext>
            </a:extLst>
          </p:cNvPr>
          <p:cNvSpPr txBox="1"/>
          <p:nvPr/>
        </p:nvSpPr>
        <p:spPr>
          <a:xfrm>
            <a:off x="2315333" y="2015386"/>
            <a:ext cx="24644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workforces/ family/ small team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C19239-5B6D-E381-5329-A3A40B4290EF}"/>
              </a:ext>
            </a:extLst>
          </p:cNvPr>
          <p:cNvSpPr txBox="1"/>
          <p:nvPr/>
        </p:nvSpPr>
        <p:spPr>
          <a:xfrm>
            <a:off x="3936893" y="3752044"/>
            <a:ext cx="1830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flexibility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68"/>
          <p:cNvSpPr txBox="1">
            <a:spLocks noGrp="1"/>
          </p:cNvSpPr>
          <p:nvPr>
            <p:ph type="title"/>
          </p:nvPr>
        </p:nvSpPr>
        <p:spPr>
          <a:xfrm>
            <a:off x="577927" y="808141"/>
            <a:ext cx="5656600" cy="1022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SME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9" name="Google Shape;1699;p68"/>
          <p:cNvSpPr txBox="1">
            <a:spLocks noGrp="1"/>
          </p:cNvSpPr>
          <p:nvPr>
            <p:ph type="body" idx="1"/>
          </p:nvPr>
        </p:nvSpPr>
        <p:spPr>
          <a:xfrm>
            <a:off x="180260" y="2086520"/>
            <a:ext cx="1774989" cy="40613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Decision Making Process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00" name="Google Shape;1700;p68"/>
          <p:cNvGrpSpPr/>
          <p:nvPr/>
        </p:nvGrpSpPr>
        <p:grpSpPr>
          <a:xfrm>
            <a:off x="5414800" y="1231387"/>
            <a:ext cx="3022364" cy="2680729"/>
            <a:chOff x="5414800" y="1231387"/>
            <a:chExt cx="3022364" cy="2680729"/>
          </a:xfrm>
        </p:grpSpPr>
        <p:sp>
          <p:nvSpPr>
            <p:cNvPr id="1701" name="Google Shape;1701;p68"/>
            <p:cNvSpPr/>
            <p:nvPr/>
          </p:nvSpPr>
          <p:spPr>
            <a:xfrm>
              <a:off x="7997152" y="3020349"/>
              <a:ext cx="203636" cy="203489"/>
            </a:xfrm>
            <a:custGeom>
              <a:avLst/>
              <a:gdLst/>
              <a:ahLst/>
              <a:cxnLst/>
              <a:rect l="l" t="t" r="r" b="b"/>
              <a:pathLst>
                <a:path w="1387" h="1386" extrusionOk="0">
                  <a:moveTo>
                    <a:pt x="1273" y="1"/>
                  </a:moveTo>
                  <a:lnTo>
                    <a:pt x="1" y="1273"/>
                  </a:lnTo>
                  <a:lnTo>
                    <a:pt x="114" y="1386"/>
                  </a:lnTo>
                  <a:lnTo>
                    <a:pt x="1386" y="121"/>
                  </a:lnTo>
                  <a:lnTo>
                    <a:pt x="12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2" name="Google Shape;1702;p68"/>
            <p:cNvSpPr/>
            <p:nvPr/>
          </p:nvSpPr>
          <p:spPr>
            <a:xfrm>
              <a:off x="5608753" y="3020349"/>
              <a:ext cx="203489" cy="203489"/>
            </a:xfrm>
            <a:custGeom>
              <a:avLst/>
              <a:gdLst/>
              <a:ahLst/>
              <a:cxnLst/>
              <a:rect l="l" t="t" r="r" b="b"/>
              <a:pathLst>
                <a:path w="1386" h="1386" extrusionOk="0">
                  <a:moveTo>
                    <a:pt x="113" y="1"/>
                  </a:moveTo>
                  <a:lnTo>
                    <a:pt x="0" y="121"/>
                  </a:lnTo>
                  <a:lnTo>
                    <a:pt x="1273" y="1386"/>
                  </a:lnTo>
                  <a:lnTo>
                    <a:pt x="1385" y="1273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3" name="Google Shape;1703;p68"/>
            <p:cNvSpPr/>
            <p:nvPr/>
          </p:nvSpPr>
          <p:spPr>
            <a:xfrm>
              <a:off x="5775400" y="3020350"/>
              <a:ext cx="2274056" cy="746277"/>
            </a:xfrm>
            <a:custGeom>
              <a:avLst/>
              <a:gdLst/>
              <a:ahLst/>
              <a:cxnLst/>
              <a:rect l="l" t="t" r="r" b="b"/>
              <a:pathLst>
                <a:path w="15489" h="4914" extrusionOk="0">
                  <a:moveTo>
                    <a:pt x="1" y="1"/>
                  </a:moveTo>
                  <a:lnTo>
                    <a:pt x="1" y="4914"/>
                  </a:lnTo>
                  <a:lnTo>
                    <a:pt x="15488" y="4914"/>
                  </a:lnTo>
                  <a:lnTo>
                    <a:pt x="154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4" name="Google Shape;1704;p68"/>
            <p:cNvSpPr/>
            <p:nvPr/>
          </p:nvSpPr>
          <p:spPr>
            <a:xfrm>
              <a:off x="5906642" y="1561284"/>
              <a:ext cx="2012721" cy="1484031"/>
            </a:xfrm>
            <a:custGeom>
              <a:avLst/>
              <a:gdLst/>
              <a:ahLst/>
              <a:cxnLst/>
              <a:rect l="l" t="t" r="r" b="b"/>
              <a:pathLst>
                <a:path w="13709" h="10108" extrusionOk="0">
                  <a:moveTo>
                    <a:pt x="1" y="0"/>
                  </a:moveTo>
                  <a:lnTo>
                    <a:pt x="1" y="10108"/>
                  </a:lnTo>
                  <a:lnTo>
                    <a:pt x="13708" y="10108"/>
                  </a:lnTo>
                  <a:lnTo>
                    <a:pt x="137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5" name="Google Shape;1705;p68"/>
            <p:cNvSpPr/>
            <p:nvPr/>
          </p:nvSpPr>
          <p:spPr>
            <a:xfrm>
              <a:off x="6816019" y="2203314"/>
              <a:ext cx="933025" cy="798247"/>
            </a:xfrm>
            <a:custGeom>
              <a:avLst/>
              <a:gdLst/>
              <a:ahLst/>
              <a:cxnLst/>
              <a:rect l="l" t="t" r="r" b="b"/>
              <a:pathLst>
                <a:path w="6355" h="5437" extrusionOk="0">
                  <a:moveTo>
                    <a:pt x="983" y="0"/>
                  </a:moveTo>
                  <a:cubicBezTo>
                    <a:pt x="443" y="0"/>
                    <a:pt x="0" y="443"/>
                    <a:pt x="0" y="983"/>
                  </a:cubicBezTo>
                  <a:lnTo>
                    <a:pt x="0" y="5437"/>
                  </a:lnTo>
                  <a:lnTo>
                    <a:pt x="6355" y="5437"/>
                  </a:lnTo>
                  <a:lnTo>
                    <a:pt x="6355" y="983"/>
                  </a:lnTo>
                  <a:cubicBezTo>
                    <a:pt x="6355" y="443"/>
                    <a:pt x="5912" y="0"/>
                    <a:pt x="53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6" name="Google Shape;1706;p68"/>
            <p:cNvSpPr/>
            <p:nvPr/>
          </p:nvSpPr>
          <p:spPr>
            <a:xfrm>
              <a:off x="6043915" y="1911295"/>
              <a:ext cx="704871" cy="1031246"/>
            </a:xfrm>
            <a:custGeom>
              <a:avLst/>
              <a:gdLst/>
              <a:ahLst/>
              <a:cxnLst/>
              <a:rect l="l" t="t" r="r" b="b"/>
              <a:pathLst>
                <a:path w="4801" h="7024" extrusionOk="0">
                  <a:moveTo>
                    <a:pt x="0" y="0"/>
                  </a:moveTo>
                  <a:lnTo>
                    <a:pt x="0" y="7023"/>
                  </a:lnTo>
                  <a:lnTo>
                    <a:pt x="4800" y="7023"/>
                  </a:lnTo>
                  <a:lnTo>
                    <a:pt x="4800" y="0"/>
                  </a:lnTo>
                  <a:close/>
                </a:path>
              </a:pathLst>
            </a:custGeom>
            <a:solidFill>
              <a:srgbClr val="FFFFFF">
                <a:alpha val="2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7" name="Google Shape;1707;p68"/>
            <p:cNvSpPr/>
            <p:nvPr/>
          </p:nvSpPr>
          <p:spPr>
            <a:xfrm>
              <a:off x="6069901" y="1938456"/>
              <a:ext cx="652751" cy="976777"/>
            </a:xfrm>
            <a:custGeom>
              <a:avLst/>
              <a:gdLst/>
              <a:ahLst/>
              <a:cxnLst/>
              <a:rect l="l" t="t" r="r" b="b"/>
              <a:pathLst>
                <a:path w="4446" h="6653" extrusionOk="0">
                  <a:moveTo>
                    <a:pt x="0" y="0"/>
                  </a:moveTo>
                  <a:lnTo>
                    <a:pt x="0" y="6653"/>
                  </a:lnTo>
                  <a:lnTo>
                    <a:pt x="4446" y="6653"/>
                  </a:lnTo>
                  <a:lnTo>
                    <a:pt x="44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8" name="Google Shape;1708;p68"/>
            <p:cNvSpPr/>
            <p:nvPr/>
          </p:nvSpPr>
          <p:spPr>
            <a:xfrm>
              <a:off x="5875958" y="1907625"/>
              <a:ext cx="67536" cy="1037266"/>
            </a:xfrm>
            <a:custGeom>
              <a:avLst/>
              <a:gdLst/>
              <a:ahLst/>
              <a:cxnLst/>
              <a:rect l="l" t="t" r="r" b="b"/>
              <a:pathLst>
                <a:path w="460" h="7065" extrusionOk="0">
                  <a:moveTo>
                    <a:pt x="0" y="1"/>
                  </a:moveTo>
                  <a:lnTo>
                    <a:pt x="0" y="7064"/>
                  </a:lnTo>
                  <a:lnTo>
                    <a:pt x="459" y="7064"/>
                  </a:lnTo>
                  <a:lnTo>
                    <a:pt x="459" y="1"/>
                  </a:lnTo>
                  <a:close/>
                </a:path>
              </a:pathLst>
            </a:custGeom>
            <a:solidFill>
              <a:srgbClr val="FFFFFF">
                <a:alpha val="2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9" name="Google Shape;1709;p68"/>
            <p:cNvSpPr/>
            <p:nvPr/>
          </p:nvSpPr>
          <p:spPr>
            <a:xfrm>
              <a:off x="5443145" y="2999061"/>
              <a:ext cx="2938552" cy="46248"/>
            </a:xfrm>
            <a:custGeom>
              <a:avLst/>
              <a:gdLst/>
              <a:ahLst/>
              <a:cxnLst/>
              <a:rect l="l" t="t" r="r" b="b"/>
              <a:pathLst>
                <a:path w="20015" h="315" extrusionOk="0">
                  <a:moveTo>
                    <a:pt x="1" y="1"/>
                  </a:moveTo>
                  <a:lnTo>
                    <a:pt x="1" y="315"/>
                  </a:lnTo>
                  <a:lnTo>
                    <a:pt x="20014" y="315"/>
                  </a:lnTo>
                  <a:lnTo>
                    <a:pt x="200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0" name="Google Shape;1710;p68"/>
            <p:cNvSpPr/>
            <p:nvPr/>
          </p:nvSpPr>
          <p:spPr>
            <a:xfrm>
              <a:off x="5871260" y="1231387"/>
              <a:ext cx="2087158" cy="222429"/>
            </a:xfrm>
            <a:custGeom>
              <a:avLst/>
              <a:gdLst/>
              <a:ahLst/>
              <a:cxnLst/>
              <a:rect l="l" t="t" r="r" b="b"/>
              <a:pathLst>
                <a:path w="14216" h="1515" extrusionOk="0">
                  <a:moveTo>
                    <a:pt x="588" y="0"/>
                  </a:moveTo>
                  <a:cubicBezTo>
                    <a:pt x="266" y="0"/>
                    <a:pt x="0" y="266"/>
                    <a:pt x="0" y="588"/>
                  </a:cubicBezTo>
                  <a:lnTo>
                    <a:pt x="0" y="918"/>
                  </a:lnTo>
                  <a:cubicBezTo>
                    <a:pt x="0" y="1248"/>
                    <a:pt x="266" y="1514"/>
                    <a:pt x="588" y="1514"/>
                  </a:cubicBezTo>
                  <a:lnTo>
                    <a:pt x="13619" y="1514"/>
                  </a:lnTo>
                  <a:cubicBezTo>
                    <a:pt x="13949" y="1514"/>
                    <a:pt x="14215" y="1248"/>
                    <a:pt x="14215" y="918"/>
                  </a:cubicBezTo>
                  <a:lnTo>
                    <a:pt x="14215" y="588"/>
                  </a:lnTo>
                  <a:cubicBezTo>
                    <a:pt x="14215" y="266"/>
                    <a:pt x="13949" y="0"/>
                    <a:pt x="136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1" name="Google Shape;1711;p68"/>
            <p:cNvSpPr/>
            <p:nvPr/>
          </p:nvSpPr>
          <p:spPr>
            <a:xfrm>
              <a:off x="8324698" y="1692538"/>
              <a:ext cx="112462" cy="91174"/>
            </a:xfrm>
            <a:custGeom>
              <a:avLst/>
              <a:gdLst/>
              <a:ahLst/>
              <a:cxnLst/>
              <a:rect l="l" t="t" r="r" b="b"/>
              <a:pathLst>
                <a:path w="766" h="621" extrusionOk="0">
                  <a:moveTo>
                    <a:pt x="1" y="0"/>
                  </a:moveTo>
                  <a:lnTo>
                    <a:pt x="1" y="242"/>
                  </a:lnTo>
                  <a:cubicBezTo>
                    <a:pt x="1" y="451"/>
                    <a:pt x="170" y="620"/>
                    <a:pt x="387" y="620"/>
                  </a:cubicBezTo>
                  <a:cubicBezTo>
                    <a:pt x="597" y="620"/>
                    <a:pt x="766" y="451"/>
                    <a:pt x="766" y="242"/>
                  </a:cubicBezTo>
                  <a:lnTo>
                    <a:pt x="7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2" name="Google Shape;1712;p68"/>
            <p:cNvSpPr/>
            <p:nvPr/>
          </p:nvSpPr>
          <p:spPr>
            <a:xfrm>
              <a:off x="8213560" y="1686674"/>
              <a:ext cx="111290" cy="97025"/>
            </a:xfrm>
            <a:custGeom>
              <a:avLst/>
              <a:gdLst/>
              <a:ahLst/>
              <a:cxnLst/>
              <a:rect l="l" t="t" r="r" b="b"/>
              <a:pathLst>
                <a:path w="758" h="621" extrusionOk="0">
                  <a:moveTo>
                    <a:pt x="1" y="0"/>
                  </a:moveTo>
                  <a:lnTo>
                    <a:pt x="1" y="242"/>
                  </a:lnTo>
                  <a:cubicBezTo>
                    <a:pt x="1" y="451"/>
                    <a:pt x="170" y="620"/>
                    <a:pt x="379" y="620"/>
                  </a:cubicBezTo>
                  <a:cubicBezTo>
                    <a:pt x="589" y="620"/>
                    <a:pt x="758" y="451"/>
                    <a:pt x="758" y="242"/>
                  </a:cubicBezTo>
                  <a:lnTo>
                    <a:pt x="7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3" name="Google Shape;1713;p68"/>
            <p:cNvSpPr/>
            <p:nvPr/>
          </p:nvSpPr>
          <p:spPr>
            <a:xfrm>
              <a:off x="8101243" y="1686674"/>
              <a:ext cx="112464" cy="97025"/>
            </a:xfrm>
            <a:custGeom>
              <a:avLst/>
              <a:gdLst/>
              <a:ahLst/>
              <a:cxnLst/>
              <a:rect l="l" t="t" r="r" b="b"/>
              <a:pathLst>
                <a:path w="766" h="621" extrusionOk="0">
                  <a:moveTo>
                    <a:pt x="1" y="0"/>
                  </a:moveTo>
                  <a:lnTo>
                    <a:pt x="1" y="242"/>
                  </a:lnTo>
                  <a:cubicBezTo>
                    <a:pt x="1" y="451"/>
                    <a:pt x="170" y="620"/>
                    <a:pt x="387" y="620"/>
                  </a:cubicBezTo>
                  <a:cubicBezTo>
                    <a:pt x="597" y="620"/>
                    <a:pt x="766" y="451"/>
                    <a:pt x="766" y="242"/>
                  </a:cubicBezTo>
                  <a:lnTo>
                    <a:pt x="7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4" name="Google Shape;1714;p68"/>
            <p:cNvSpPr/>
            <p:nvPr/>
          </p:nvSpPr>
          <p:spPr>
            <a:xfrm>
              <a:off x="7990100" y="1686674"/>
              <a:ext cx="111290" cy="97025"/>
            </a:xfrm>
            <a:custGeom>
              <a:avLst/>
              <a:gdLst/>
              <a:ahLst/>
              <a:cxnLst/>
              <a:rect l="l" t="t" r="r" b="b"/>
              <a:pathLst>
                <a:path w="758" h="621" extrusionOk="0">
                  <a:moveTo>
                    <a:pt x="1" y="0"/>
                  </a:moveTo>
                  <a:lnTo>
                    <a:pt x="1" y="242"/>
                  </a:lnTo>
                  <a:cubicBezTo>
                    <a:pt x="1" y="451"/>
                    <a:pt x="170" y="620"/>
                    <a:pt x="379" y="620"/>
                  </a:cubicBezTo>
                  <a:cubicBezTo>
                    <a:pt x="589" y="620"/>
                    <a:pt x="758" y="451"/>
                    <a:pt x="758" y="242"/>
                  </a:cubicBezTo>
                  <a:lnTo>
                    <a:pt x="7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5" name="Google Shape;1715;p68"/>
            <p:cNvSpPr/>
            <p:nvPr/>
          </p:nvSpPr>
          <p:spPr>
            <a:xfrm>
              <a:off x="7969991" y="1336508"/>
              <a:ext cx="467173" cy="356179"/>
            </a:xfrm>
            <a:custGeom>
              <a:avLst/>
              <a:gdLst/>
              <a:ahLst/>
              <a:cxnLst/>
              <a:rect l="l" t="t" r="r" b="b"/>
              <a:pathLst>
                <a:path w="3182" h="2426" extrusionOk="0">
                  <a:moveTo>
                    <a:pt x="1" y="1"/>
                  </a:moveTo>
                  <a:cubicBezTo>
                    <a:pt x="1338" y="1"/>
                    <a:pt x="2417" y="1088"/>
                    <a:pt x="2417" y="2425"/>
                  </a:cubicBezTo>
                  <a:lnTo>
                    <a:pt x="3182" y="2425"/>
                  </a:lnTo>
                  <a:cubicBezTo>
                    <a:pt x="3182" y="1088"/>
                    <a:pt x="2095" y="1"/>
                    <a:pt x="7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6" name="Google Shape;1716;p68"/>
            <p:cNvSpPr/>
            <p:nvPr/>
          </p:nvSpPr>
          <p:spPr>
            <a:xfrm>
              <a:off x="7933434" y="1336508"/>
              <a:ext cx="391415" cy="356179"/>
            </a:xfrm>
            <a:custGeom>
              <a:avLst/>
              <a:gdLst/>
              <a:ahLst/>
              <a:cxnLst/>
              <a:rect l="l" t="t" r="r" b="b"/>
              <a:pathLst>
                <a:path w="2666" h="2426" extrusionOk="0">
                  <a:moveTo>
                    <a:pt x="0" y="1"/>
                  </a:moveTo>
                  <a:cubicBezTo>
                    <a:pt x="1055" y="1"/>
                    <a:pt x="1909" y="855"/>
                    <a:pt x="1909" y="1902"/>
                  </a:cubicBezTo>
                  <a:lnTo>
                    <a:pt x="1909" y="2425"/>
                  </a:lnTo>
                  <a:lnTo>
                    <a:pt x="2666" y="2425"/>
                  </a:lnTo>
                  <a:cubicBezTo>
                    <a:pt x="2666" y="1088"/>
                    <a:pt x="1587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7" name="Google Shape;1717;p68"/>
            <p:cNvSpPr/>
            <p:nvPr/>
          </p:nvSpPr>
          <p:spPr>
            <a:xfrm>
              <a:off x="7928589" y="1336508"/>
              <a:ext cx="4992" cy="147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1" y="1"/>
                  </a:moveTo>
                  <a:lnTo>
                    <a:pt x="33" y="1"/>
                  </a:lnTo>
                  <a:cubicBezTo>
                    <a:pt x="25" y="1"/>
                    <a:pt x="17" y="1"/>
                    <a:pt x="1" y="1"/>
                  </a:cubicBezTo>
                  <a:close/>
                </a:path>
              </a:pathLst>
            </a:custGeom>
            <a:solidFill>
              <a:srgbClr val="F7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8" name="Google Shape;1718;p68"/>
            <p:cNvSpPr/>
            <p:nvPr/>
          </p:nvSpPr>
          <p:spPr>
            <a:xfrm>
              <a:off x="7928589" y="1336508"/>
              <a:ext cx="4992" cy="147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1" y="1"/>
                  </a:moveTo>
                  <a:cubicBezTo>
                    <a:pt x="17" y="1"/>
                    <a:pt x="25" y="1"/>
                    <a:pt x="33" y="1"/>
                  </a:cubicBezTo>
                  <a:cubicBezTo>
                    <a:pt x="25" y="1"/>
                    <a:pt x="17" y="1"/>
                    <a:pt x="1" y="1"/>
                  </a:cubicBez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9" name="Google Shape;1719;p68"/>
            <p:cNvSpPr/>
            <p:nvPr/>
          </p:nvSpPr>
          <p:spPr>
            <a:xfrm>
              <a:off x="7933434" y="1336508"/>
              <a:ext cx="280275" cy="356179"/>
            </a:xfrm>
            <a:custGeom>
              <a:avLst/>
              <a:gdLst/>
              <a:ahLst/>
              <a:cxnLst/>
              <a:rect l="l" t="t" r="r" b="b"/>
              <a:pathLst>
                <a:path w="1909" h="2426" extrusionOk="0">
                  <a:moveTo>
                    <a:pt x="0" y="1"/>
                  </a:moveTo>
                  <a:cubicBezTo>
                    <a:pt x="20" y="1"/>
                    <a:pt x="40" y="1"/>
                    <a:pt x="59" y="2"/>
                  </a:cubicBezTo>
                  <a:lnTo>
                    <a:pt x="59" y="2"/>
                  </a:lnTo>
                  <a:cubicBezTo>
                    <a:pt x="53" y="1"/>
                    <a:pt x="47" y="1"/>
                    <a:pt x="40" y="1"/>
                  </a:cubicBezTo>
                  <a:close/>
                  <a:moveTo>
                    <a:pt x="59" y="2"/>
                  </a:moveTo>
                  <a:lnTo>
                    <a:pt x="59" y="2"/>
                  </a:lnTo>
                  <a:cubicBezTo>
                    <a:pt x="662" y="35"/>
                    <a:pt x="1144" y="531"/>
                    <a:pt x="1144" y="1145"/>
                  </a:cubicBezTo>
                  <a:lnTo>
                    <a:pt x="1144" y="2425"/>
                  </a:lnTo>
                  <a:lnTo>
                    <a:pt x="1909" y="2425"/>
                  </a:lnTo>
                  <a:lnTo>
                    <a:pt x="1909" y="1910"/>
                  </a:lnTo>
                  <a:cubicBezTo>
                    <a:pt x="1909" y="874"/>
                    <a:pt x="1087" y="33"/>
                    <a:pt x="59" y="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0" name="Google Shape;1720;p68"/>
            <p:cNvSpPr/>
            <p:nvPr/>
          </p:nvSpPr>
          <p:spPr>
            <a:xfrm>
              <a:off x="7939307" y="1336508"/>
              <a:ext cx="162087" cy="356179"/>
            </a:xfrm>
            <a:custGeom>
              <a:avLst/>
              <a:gdLst/>
              <a:ahLst/>
              <a:cxnLst/>
              <a:rect l="l" t="t" r="r" b="b"/>
              <a:pathLst>
                <a:path w="1104" h="2426" extrusionOk="0">
                  <a:moveTo>
                    <a:pt x="0" y="1"/>
                  </a:moveTo>
                  <a:lnTo>
                    <a:pt x="0" y="1"/>
                  </a:lnTo>
                  <a:cubicBezTo>
                    <a:pt x="194" y="25"/>
                    <a:pt x="347" y="186"/>
                    <a:pt x="347" y="379"/>
                  </a:cubicBezTo>
                  <a:lnTo>
                    <a:pt x="347" y="2425"/>
                  </a:lnTo>
                  <a:lnTo>
                    <a:pt x="1104" y="2425"/>
                  </a:lnTo>
                  <a:lnTo>
                    <a:pt x="1104" y="1145"/>
                  </a:lnTo>
                  <a:cubicBezTo>
                    <a:pt x="1104" y="524"/>
                    <a:pt x="612" y="25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1" name="Google Shape;1721;p68"/>
            <p:cNvSpPr/>
            <p:nvPr/>
          </p:nvSpPr>
          <p:spPr>
            <a:xfrm>
              <a:off x="7933434" y="1336508"/>
              <a:ext cx="6020" cy="147"/>
            </a:xfrm>
            <a:custGeom>
              <a:avLst/>
              <a:gdLst/>
              <a:ahLst/>
              <a:cxnLst/>
              <a:rect l="l" t="t" r="r" b="b"/>
              <a:pathLst>
                <a:path w="41" h="1" extrusionOk="0">
                  <a:moveTo>
                    <a:pt x="0" y="1"/>
                  </a:moveTo>
                  <a:cubicBezTo>
                    <a:pt x="16" y="1"/>
                    <a:pt x="32" y="1"/>
                    <a:pt x="40" y="1"/>
                  </a:cubicBezTo>
                  <a:cubicBezTo>
                    <a:pt x="32" y="1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2" name="Google Shape;1722;p68"/>
            <p:cNvSpPr/>
            <p:nvPr/>
          </p:nvSpPr>
          <p:spPr>
            <a:xfrm>
              <a:off x="7928589" y="1336508"/>
              <a:ext cx="4992" cy="147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1" y="1"/>
                  </a:moveTo>
                  <a:cubicBezTo>
                    <a:pt x="17" y="1"/>
                    <a:pt x="25" y="1"/>
                    <a:pt x="33" y="1"/>
                  </a:cubicBezTo>
                  <a:cubicBezTo>
                    <a:pt x="25" y="1"/>
                    <a:pt x="17" y="1"/>
                    <a:pt x="1" y="1"/>
                  </a:cubicBez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3" name="Google Shape;1723;p68"/>
            <p:cNvSpPr/>
            <p:nvPr/>
          </p:nvSpPr>
          <p:spPr>
            <a:xfrm>
              <a:off x="7928589" y="1336508"/>
              <a:ext cx="147" cy="14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4" name="Google Shape;1724;p68"/>
            <p:cNvSpPr/>
            <p:nvPr/>
          </p:nvSpPr>
          <p:spPr>
            <a:xfrm>
              <a:off x="5414800" y="1692550"/>
              <a:ext cx="113650" cy="97025"/>
            </a:xfrm>
            <a:custGeom>
              <a:avLst/>
              <a:gdLst/>
              <a:ahLst/>
              <a:cxnLst/>
              <a:rect l="l" t="t" r="r" b="b"/>
              <a:pathLst>
                <a:path w="774" h="629" extrusionOk="0">
                  <a:moveTo>
                    <a:pt x="0" y="0"/>
                  </a:moveTo>
                  <a:lnTo>
                    <a:pt x="0" y="242"/>
                  </a:lnTo>
                  <a:cubicBezTo>
                    <a:pt x="0" y="459"/>
                    <a:pt x="178" y="629"/>
                    <a:pt x="387" y="629"/>
                  </a:cubicBezTo>
                  <a:cubicBezTo>
                    <a:pt x="604" y="629"/>
                    <a:pt x="774" y="459"/>
                    <a:pt x="774" y="242"/>
                  </a:cubicBezTo>
                  <a:lnTo>
                    <a:pt x="7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5" name="Google Shape;1725;p68"/>
            <p:cNvSpPr/>
            <p:nvPr/>
          </p:nvSpPr>
          <p:spPr>
            <a:xfrm>
              <a:off x="5528300" y="1692549"/>
              <a:ext cx="113633" cy="97025"/>
            </a:xfrm>
            <a:custGeom>
              <a:avLst/>
              <a:gdLst/>
              <a:ahLst/>
              <a:cxnLst/>
              <a:rect l="l" t="t" r="r" b="b"/>
              <a:pathLst>
                <a:path w="774" h="629" extrusionOk="0">
                  <a:moveTo>
                    <a:pt x="1" y="0"/>
                  </a:moveTo>
                  <a:lnTo>
                    <a:pt x="1" y="242"/>
                  </a:lnTo>
                  <a:cubicBezTo>
                    <a:pt x="1" y="459"/>
                    <a:pt x="178" y="629"/>
                    <a:pt x="387" y="629"/>
                  </a:cubicBezTo>
                  <a:cubicBezTo>
                    <a:pt x="605" y="629"/>
                    <a:pt x="774" y="459"/>
                    <a:pt x="774" y="242"/>
                  </a:cubicBezTo>
                  <a:lnTo>
                    <a:pt x="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6" name="Google Shape;1726;p68"/>
            <p:cNvSpPr/>
            <p:nvPr/>
          </p:nvSpPr>
          <p:spPr>
            <a:xfrm>
              <a:off x="5641775" y="1692549"/>
              <a:ext cx="113650" cy="97025"/>
            </a:xfrm>
            <a:custGeom>
              <a:avLst/>
              <a:gdLst/>
              <a:ahLst/>
              <a:cxnLst/>
              <a:rect l="l" t="t" r="r" b="b"/>
              <a:pathLst>
                <a:path w="774" h="629" extrusionOk="0">
                  <a:moveTo>
                    <a:pt x="1" y="0"/>
                  </a:moveTo>
                  <a:lnTo>
                    <a:pt x="1" y="242"/>
                  </a:lnTo>
                  <a:cubicBezTo>
                    <a:pt x="1" y="459"/>
                    <a:pt x="170" y="629"/>
                    <a:pt x="387" y="629"/>
                  </a:cubicBezTo>
                  <a:cubicBezTo>
                    <a:pt x="597" y="629"/>
                    <a:pt x="774" y="459"/>
                    <a:pt x="774" y="242"/>
                  </a:cubicBezTo>
                  <a:lnTo>
                    <a:pt x="7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7" name="Google Shape;1727;p68"/>
            <p:cNvSpPr/>
            <p:nvPr/>
          </p:nvSpPr>
          <p:spPr>
            <a:xfrm>
              <a:off x="5755271" y="1692549"/>
              <a:ext cx="113780" cy="97025"/>
            </a:xfrm>
            <a:custGeom>
              <a:avLst/>
              <a:gdLst/>
              <a:ahLst/>
              <a:cxnLst/>
              <a:rect l="l" t="t" r="r" b="b"/>
              <a:pathLst>
                <a:path w="775" h="629" extrusionOk="0">
                  <a:moveTo>
                    <a:pt x="1" y="0"/>
                  </a:moveTo>
                  <a:lnTo>
                    <a:pt x="1" y="242"/>
                  </a:lnTo>
                  <a:cubicBezTo>
                    <a:pt x="1" y="459"/>
                    <a:pt x="170" y="629"/>
                    <a:pt x="387" y="629"/>
                  </a:cubicBezTo>
                  <a:cubicBezTo>
                    <a:pt x="597" y="629"/>
                    <a:pt x="774" y="459"/>
                    <a:pt x="774" y="242"/>
                  </a:cubicBezTo>
                  <a:lnTo>
                    <a:pt x="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8" name="Google Shape;1728;p68"/>
            <p:cNvSpPr/>
            <p:nvPr/>
          </p:nvSpPr>
          <p:spPr>
            <a:xfrm>
              <a:off x="5414809" y="1336508"/>
              <a:ext cx="474221" cy="360877"/>
            </a:xfrm>
            <a:custGeom>
              <a:avLst/>
              <a:gdLst/>
              <a:ahLst/>
              <a:cxnLst/>
              <a:rect l="l" t="t" r="r" b="b"/>
              <a:pathLst>
                <a:path w="3230" h="2458" extrusionOk="0">
                  <a:moveTo>
                    <a:pt x="2457" y="1"/>
                  </a:moveTo>
                  <a:cubicBezTo>
                    <a:pt x="1104" y="1"/>
                    <a:pt x="0" y="1104"/>
                    <a:pt x="0" y="2457"/>
                  </a:cubicBezTo>
                  <a:lnTo>
                    <a:pt x="774" y="2457"/>
                  </a:lnTo>
                  <a:cubicBezTo>
                    <a:pt x="774" y="1104"/>
                    <a:pt x="1877" y="1"/>
                    <a:pt x="32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9" name="Google Shape;1729;p68"/>
            <p:cNvSpPr/>
            <p:nvPr/>
          </p:nvSpPr>
          <p:spPr>
            <a:xfrm>
              <a:off x="5528298" y="1336508"/>
              <a:ext cx="396260" cy="360877"/>
            </a:xfrm>
            <a:custGeom>
              <a:avLst/>
              <a:gdLst/>
              <a:ahLst/>
              <a:cxnLst/>
              <a:rect l="l" t="t" r="r" b="b"/>
              <a:pathLst>
                <a:path w="2699" h="2458" extrusionOk="0">
                  <a:moveTo>
                    <a:pt x="2457" y="1"/>
                  </a:moveTo>
                  <a:cubicBezTo>
                    <a:pt x="1104" y="1"/>
                    <a:pt x="1" y="1104"/>
                    <a:pt x="1" y="2457"/>
                  </a:cubicBezTo>
                  <a:lnTo>
                    <a:pt x="774" y="2457"/>
                  </a:lnTo>
                  <a:lnTo>
                    <a:pt x="774" y="1934"/>
                  </a:lnTo>
                  <a:cubicBezTo>
                    <a:pt x="774" y="863"/>
                    <a:pt x="1635" y="1"/>
                    <a:pt x="2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0" name="Google Shape;1730;p68"/>
            <p:cNvSpPr/>
            <p:nvPr/>
          </p:nvSpPr>
          <p:spPr>
            <a:xfrm>
              <a:off x="5924407" y="1336508"/>
              <a:ext cx="6020" cy="147"/>
            </a:xfrm>
            <a:custGeom>
              <a:avLst/>
              <a:gdLst/>
              <a:ahLst/>
              <a:cxnLst/>
              <a:rect l="l" t="t" r="r" b="b"/>
              <a:pathLst>
                <a:path w="41" h="1" extrusionOk="0">
                  <a:moveTo>
                    <a:pt x="41" y="1"/>
                  </a:moveTo>
                  <a:lnTo>
                    <a:pt x="1" y="1"/>
                  </a:lnTo>
                  <a:cubicBezTo>
                    <a:pt x="17" y="1"/>
                    <a:pt x="25" y="1"/>
                    <a:pt x="41" y="1"/>
                  </a:cubicBezTo>
                  <a:close/>
                </a:path>
              </a:pathLst>
            </a:custGeom>
            <a:solidFill>
              <a:srgbClr val="F7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1" name="Google Shape;1731;p68"/>
            <p:cNvSpPr/>
            <p:nvPr/>
          </p:nvSpPr>
          <p:spPr>
            <a:xfrm>
              <a:off x="5924407" y="1336508"/>
              <a:ext cx="6020" cy="147"/>
            </a:xfrm>
            <a:custGeom>
              <a:avLst/>
              <a:gdLst/>
              <a:ahLst/>
              <a:cxnLst/>
              <a:rect l="l" t="t" r="r" b="b"/>
              <a:pathLst>
                <a:path w="41" h="1" extrusionOk="0">
                  <a:moveTo>
                    <a:pt x="41" y="1"/>
                  </a:moveTo>
                  <a:cubicBezTo>
                    <a:pt x="25" y="1"/>
                    <a:pt x="17" y="1"/>
                    <a:pt x="1" y="1"/>
                  </a:cubicBezTo>
                  <a:cubicBezTo>
                    <a:pt x="17" y="1"/>
                    <a:pt x="25" y="1"/>
                    <a:pt x="41" y="1"/>
                  </a:cubicBez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2" name="Google Shape;1732;p68"/>
            <p:cNvSpPr/>
            <p:nvPr/>
          </p:nvSpPr>
          <p:spPr>
            <a:xfrm>
              <a:off x="5641787" y="1336508"/>
              <a:ext cx="282771" cy="360877"/>
            </a:xfrm>
            <a:custGeom>
              <a:avLst/>
              <a:gdLst/>
              <a:ahLst/>
              <a:cxnLst/>
              <a:rect l="l" t="t" r="r" b="b"/>
              <a:pathLst>
                <a:path w="1926" h="2458" extrusionOk="0">
                  <a:moveTo>
                    <a:pt x="1893" y="1"/>
                  </a:moveTo>
                  <a:cubicBezTo>
                    <a:pt x="1890" y="1"/>
                    <a:pt x="1886" y="1"/>
                    <a:pt x="1883" y="1"/>
                  </a:cubicBezTo>
                  <a:lnTo>
                    <a:pt x="1883" y="1"/>
                  </a:lnTo>
                  <a:cubicBezTo>
                    <a:pt x="1897" y="1"/>
                    <a:pt x="1911" y="1"/>
                    <a:pt x="1926" y="1"/>
                  </a:cubicBezTo>
                  <a:close/>
                  <a:moveTo>
                    <a:pt x="1883" y="1"/>
                  </a:moveTo>
                  <a:cubicBezTo>
                    <a:pt x="839" y="24"/>
                    <a:pt x="1" y="877"/>
                    <a:pt x="1" y="1934"/>
                  </a:cubicBezTo>
                  <a:lnTo>
                    <a:pt x="1" y="2457"/>
                  </a:lnTo>
                  <a:lnTo>
                    <a:pt x="774" y="2457"/>
                  </a:lnTo>
                  <a:lnTo>
                    <a:pt x="774" y="1161"/>
                  </a:lnTo>
                  <a:cubicBezTo>
                    <a:pt x="774" y="536"/>
                    <a:pt x="1267" y="31"/>
                    <a:pt x="18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3" name="Google Shape;1733;p68"/>
            <p:cNvSpPr/>
            <p:nvPr/>
          </p:nvSpPr>
          <p:spPr>
            <a:xfrm>
              <a:off x="5755275" y="1336508"/>
              <a:ext cx="164582" cy="360877"/>
            </a:xfrm>
            <a:custGeom>
              <a:avLst/>
              <a:gdLst/>
              <a:ahLst/>
              <a:cxnLst/>
              <a:rect l="l" t="t" r="r" b="b"/>
              <a:pathLst>
                <a:path w="1121" h="2458" extrusionOk="0">
                  <a:moveTo>
                    <a:pt x="1120" y="1"/>
                  </a:moveTo>
                  <a:lnTo>
                    <a:pt x="1120" y="1"/>
                  </a:lnTo>
                  <a:cubicBezTo>
                    <a:pt x="492" y="25"/>
                    <a:pt x="1" y="532"/>
                    <a:pt x="1" y="1161"/>
                  </a:cubicBezTo>
                  <a:lnTo>
                    <a:pt x="1" y="2457"/>
                  </a:lnTo>
                  <a:lnTo>
                    <a:pt x="774" y="2457"/>
                  </a:lnTo>
                  <a:lnTo>
                    <a:pt x="774" y="388"/>
                  </a:lnTo>
                  <a:cubicBezTo>
                    <a:pt x="774" y="186"/>
                    <a:pt x="919" y="25"/>
                    <a:pt x="1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4" name="Google Shape;1734;p68"/>
            <p:cNvSpPr/>
            <p:nvPr/>
          </p:nvSpPr>
          <p:spPr>
            <a:xfrm>
              <a:off x="5919709" y="1336508"/>
              <a:ext cx="4845" cy="147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33" y="1"/>
                  </a:moveTo>
                  <a:cubicBezTo>
                    <a:pt x="25" y="1"/>
                    <a:pt x="8" y="1"/>
                    <a:pt x="0" y="1"/>
                  </a:cubicBezTo>
                  <a:cubicBezTo>
                    <a:pt x="8" y="1"/>
                    <a:pt x="25" y="1"/>
                    <a:pt x="33" y="1"/>
                  </a:cubicBez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5" name="Google Shape;1735;p68"/>
            <p:cNvSpPr/>
            <p:nvPr/>
          </p:nvSpPr>
          <p:spPr>
            <a:xfrm>
              <a:off x="5924407" y="1336508"/>
              <a:ext cx="6020" cy="147"/>
            </a:xfrm>
            <a:custGeom>
              <a:avLst/>
              <a:gdLst/>
              <a:ahLst/>
              <a:cxnLst/>
              <a:rect l="l" t="t" r="r" b="b"/>
              <a:pathLst>
                <a:path w="41" h="1" extrusionOk="0">
                  <a:moveTo>
                    <a:pt x="41" y="1"/>
                  </a:moveTo>
                  <a:cubicBezTo>
                    <a:pt x="25" y="1"/>
                    <a:pt x="17" y="1"/>
                    <a:pt x="1" y="1"/>
                  </a:cubicBezTo>
                  <a:cubicBezTo>
                    <a:pt x="17" y="1"/>
                    <a:pt x="25" y="1"/>
                    <a:pt x="41" y="1"/>
                  </a:cubicBez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6" name="Google Shape;1736;p68"/>
            <p:cNvSpPr/>
            <p:nvPr/>
          </p:nvSpPr>
          <p:spPr>
            <a:xfrm>
              <a:off x="5930280" y="1336508"/>
              <a:ext cx="147" cy="14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7" name="Google Shape;1737;p68"/>
            <p:cNvSpPr/>
            <p:nvPr/>
          </p:nvSpPr>
          <p:spPr>
            <a:xfrm>
              <a:off x="5868911" y="1336508"/>
              <a:ext cx="118335" cy="448381"/>
            </a:xfrm>
            <a:custGeom>
              <a:avLst/>
              <a:gdLst/>
              <a:ahLst/>
              <a:cxnLst/>
              <a:rect l="l" t="t" r="r" b="b"/>
              <a:pathLst>
                <a:path w="806" h="3054" extrusionOk="0">
                  <a:moveTo>
                    <a:pt x="0" y="1"/>
                  </a:moveTo>
                  <a:lnTo>
                    <a:pt x="0" y="2651"/>
                  </a:lnTo>
                  <a:cubicBezTo>
                    <a:pt x="0" y="2876"/>
                    <a:pt x="177" y="3053"/>
                    <a:pt x="403" y="3053"/>
                  </a:cubicBezTo>
                  <a:cubicBezTo>
                    <a:pt x="620" y="3053"/>
                    <a:pt x="805" y="2876"/>
                    <a:pt x="805" y="2651"/>
                  </a:cubicBezTo>
                  <a:lnTo>
                    <a:pt x="8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8" name="Google Shape;1738;p68"/>
            <p:cNvSpPr/>
            <p:nvPr/>
          </p:nvSpPr>
          <p:spPr>
            <a:xfrm>
              <a:off x="5987097" y="1336508"/>
              <a:ext cx="118335" cy="448381"/>
            </a:xfrm>
            <a:custGeom>
              <a:avLst/>
              <a:gdLst/>
              <a:ahLst/>
              <a:cxnLst/>
              <a:rect l="l" t="t" r="r" b="b"/>
              <a:pathLst>
                <a:path w="806" h="3054" extrusionOk="0">
                  <a:moveTo>
                    <a:pt x="0" y="1"/>
                  </a:moveTo>
                  <a:lnTo>
                    <a:pt x="0" y="2651"/>
                  </a:lnTo>
                  <a:cubicBezTo>
                    <a:pt x="0" y="2876"/>
                    <a:pt x="178" y="3053"/>
                    <a:pt x="403" y="3053"/>
                  </a:cubicBezTo>
                  <a:cubicBezTo>
                    <a:pt x="629" y="3053"/>
                    <a:pt x="806" y="2876"/>
                    <a:pt x="806" y="2651"/>
                  </a:cubicBezTo>
                  <a:lnTo>
                    <a:pt x="8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9" name="Google Shape;1739;p68"/>
            <p:cNvSpPr/>
            <p:nvPr/>
          </p:nvSpPr>
          <p:spPr>
            <a:xfrm>
              <a:off x="6104109" y="1336508"/>
              <a:ext cx="118482" cy="448381"/>
            </a:xfrm>
            <a:custGeom>
              <a:avLst/>
              <a:gdLst/>
              <a:ahLst/>
              <a:cxnLst/>
              <a:rect l="l" t="t" r="r" b="b"/>
              <a:pathLst>
                <a:path w="807" h="3054" extrusionOk="0">
                  <a:moveTo>
                    <a:pt x="1" y="1"/>
                  </a:moveTo>
                  <a:lnTo>
                    <a:pt x="1" y="2651"/>
                  </a:lnTo>
                  <a:cubicBezTo>
                    <a:pt x="1" y="2876"/>
                    <a:pt x="178" y="3053"/>
                    <a:pt x="403" y="3053"/>
                  </a:cubicBezTo>
                  <a:cubicBezTo>
                    <a:pt x="629" y="3053"/>
                    <a:pt x="806" y="2876"/>
                    <a:pt x="806" y="2651"/>
                  </a:cubicBezTo>
                  <a:lnTo>
                    <a:pt x="8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0" name="Google Shape;1740;p68"/>
            <p:cNvSpPr/>
            <p:nvPr/>
          </p:nvSpPr>
          <p:spPr>
            <a:xfrm>
              <a:off x="6222443" y="1336508"/>
              <a:ext cx="119509" cy="448381"/>
            </a:xfrm>
            <a:custGeom>
              <a:avLst/>
              <a:gdLst/>
              <a:ahLst/>
              <a:cxnLst/>
              <a:rect l="l" t="t" r="r" b="b"/>
              <a:pathLst>
                <a:path w="814" h="3054" extrusionOk="0">
                  <a:moveTo>
                    <a:pt x="0" y="1"/>
                  </a:moveTo>
                  <a:lnTo>
                    <a:pt x="0" y="2651"/>
                  </a:lnTo>
                  <a:cubicBezTo>
                    <a:pt x="0" y="2876"/>
                    <a:pt x="185" y="3053"/>
                    <a:pt x="403" y="3053"/>
                  </a:cubicBezTo>
                  <a:cubicBezTo>
                    <a:pt x="628" y="3053"/>
                    <a:pt x="814" y="2876"/>
                    <a:pt x="814" y="2651"/>
                  </a:cubicBezTo>
                  <a:lnTo>
                    <a:pt x="8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1" name="Google Shape;1741;p68"/>
            <p:cNvSpPr/>
            <p:nvPr/>
          </p:nvSpPr>
          <p:spPr>
            <a:xfrm>
              <a:off x="6339455" y="1336508"/>
              <a:ext cx="119509" cy="448381"/>
            </a:xfrm>
            <a:custGeom>
              <a:avLst/>
              <a:gdLst/>
              <a:ahLst/>
              <a:cxnLst/>
              <a:rect l="l" t="t" r="r" b="b"/>
              <a:pathLst>
                <a:path w="814" h="3054" extrusionOk="0">
                  <a:moveTo>
                    <a:pt x="0" y="1"/>
                  </a:moveTo>
                  <a:lnTo>
                    <a:pt x="0" y="2651"/>
                  </a:lnTo>
                  <a:cubicBezTo>
                    <a:pt x="0" y="2876"/>
                    <a:pt x="186" y="3053"/>
                    <a:pt x="403" y="3053"/>
                  </a:cubicBezTo>
                  <a:cubicBezTo>
                    <a:pt x="629" y="3053"/>
                    <a:pt x="814" y="2876"/>
                    <a:pt x="814" y="2651"/>
                  </a:cubicBezTo>
                  <a:lnTo>
                    <a:pt x="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2" name="Google Shape;1742;p68"/>
            <p:cNvSpPr/>
            <p:nvPr/>
          </p:nvSpPr>
          <p:spPr>
            <a:xfrm>
              <a:off x="6458816" y="1336508"/>
              <a:ext cx="118482" cy="448381"/>
            </a:xfrm>
            <a:custGeom>
              <a:avLst/>
              <a:gdLst/>
              <a:ahLst/>
              <a:cxnLst/>
              <a:rect l="l" t="t" r="r" b="b"/>
              <a:pathLst>
                <a:path w="807" h="3054" extrusionOk="0">
                  <a:moveTo>
                    <a:pt x="1" y="1"/>
                  </a:moveTo>
                  <a:lnTo>
                    <a:pt x="1" y="2651"/>
                  </a:lnTo>
                  <a:cubicBezTo>
                    <a:pt x="1" y="2876"/>
                    <a:pt x="178" y="3053"/>
                    <a:pt x="404" y="3053"/>
                  </a:cubicBezTo>
                  <a:cubicBezTo>
                    <a:pt x="621" y="3053"/>
                    <a:pt x="806" y="2876"/>
                    <a:pt x="806" y="2651"/>
                  </a:cubicBezTo>
                  <a:lnTo>
                    <a:pt x="8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3" name="Google Shape;1743;p68"/>
            <p:cNvSpPr/>
            <p:nvPr/>
          </p:nvSpPr>
          <p:spPr>
            <a:xfrm>
              <a:off x="6575975" y="1336508"/>
              <a:ext cx="118335" cy="448381"/>
            </a:xfrm>
            <a:custGeom>
              <a:avLst/>
              <a:gdLst/>
              <a:ahLst/>
              <a:cxnLst/>
              <a:rect l="l" t="t" r="r" b="b"/>
              <a:pathLst>
                <a:path w="806" h="3054" extrusionOk="0">
                  <a:moveTo>
                    <a:pt x="0" y="1"/>
                  </a:moveTo>
                  <a:lnTo>
                    <a:pt x="0" y="2651"/>
                  </a:lnTo>
                  <a:cubicBezTo>
                    <a:pt x="0" y="2876"/>
                    <a:pt x="177" y="3053"/>
                    <a:pt x="403" y="3053"/>
                  </a:cubicBezTo>
                  <a:cubicBezTo>
                    <a:pt x="628" y="3053"/>
                    <a:pt x="806" y="2876"/>
                    <a:pt x="806" y="2651"/>
                  </a:cubicBezTo>
                  <a:lnTo>
                    <a:pt x="8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44" name="Google Shape;1744;p68"/>
            <p:cNvCxnSpPr/>
            <p:nvPr/>
          </p:nvCxnSpPr>
          <p:spPr>
            <a:xfrm>
              <a:off x="5955450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5" name="Google Shape;1745;p68"/>
            <p:cNvCxnSpPr/>
            <p:nvPr/>
          </p:nvCxnSpPr>
          <p:spPr>
            <a:xfrm>
              <a:off x="6085324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6" name="Google Shape;1746;p68"/>
            <p:cNvCxnSpPr/>
            <p:nvPr/>
          </p:nvCxnSpPr>
          <p:spPr>
            <a:xfrm>
              <a:off x="6215198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7" name="Google Shape;1747;p68"/>
            <p:cNvCxnSpPr/>
            <p:nvPr/>
          </p:nvCxnSpPr>
          <p:spPr>
            <a:xfrm>
              <a:off x="6345073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8" name="Google Shape;1748;p68"/>
            <p:cNvCxnSpPr/>
            <p:nvPr/>
          </p:nvCxnSpPr>
          <p:spPr>
            <a:xfrm>
              <a:off x="6474947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9" name="Google Shape;1749;p68"/>
            <p:cNvCxnSpPr/>
            <p:nvPr/>
          </p:nvCxnSpPr>
          <p:spPr>
            <a:xfrm>
              <a:off x="6604821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0" name="Google Shape;1750;p68"/>
            <p:cNvCxnSpPr/>
            <p:nvPr/>
          </p:nvCxnSpPr>
          <p:spPr>
            <a:xfrm>
              <a:off x="6734695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1" name="Google Shape;1751;p68"/>
            <p:cNvCxnSpPr/>
            <p:nvPr/>
          </p:nvCxnSpPr>
          <p:spPr>
            <a:xfrm>
              <a:off x="6994443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2" name="Google Shape;1752;p68"/>
            <p:cNvCxnSpPr/>
            <p:nvPr/>
          </p:nvCxnSpPr>
          <p:spPr>
            <a:xfrm>
              <a:off x="7254192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3" name="Google Shape;1753;p68"/>
            <p:cNvCxnSpPr/>
            <p:nvPr/>
          </p:nvCxnSpPr>
          <p:spPr>
            <a:xfrm>
              <a:off x="7513940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4" name="Google Shape;1754;p68"/>
            <p:cNvCxnSpPr/>
            <p:nvPr/>
          </p:nvCxnSpPr>
          <p:spPr>
            <a:xfrm>
              <a:off x="7773688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5" name="Google Shape;1755;p68"/>
            <p:cNvCxnSpPr/>
            <p:nvPr/>
          </p:nvCxnSpPr>
          <p:spPr>
            <a:xfrm>
              <a:off x="7903563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6" name="Google Shape;1756;p68"/>
            <p:cNvCxnSpPr/>
            <p:nvPr/>
          </p:nvCxnSpPr>
          <p:spPr>
            <a:xfrm>
              <a:off x="6864569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7" name="Google Shape;1757;p68"/>
            <p:cNvCxnSpPr/>
            <p:nvPr/>
          </p:nvCxnSpPr>
          <p:spPr>
            <a:xfrm>
              <a:off x="7124318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8" name="Google Shape;1758;p68"/>
            <p:cNvCxnSpPr/>
            <p:nvPr/>
          </p:nvCxnSpPr>
          <p:spPr>
            <a:xfrm>
              <a:off x="7384066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9" name="Google Shape;1759;p68"/>
            <p:cNvCxnSpPr/>
            <p:nvPr/>
          </p:nvCxnSpPr>
          <p:spPr>
            <a:xfrm>
              <a:off x="7643814" y="3125900"/>
              <a:ext cx="0" cy="545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60" name="Google Shape;1760;p68"/>
            <p:cNvSpPr/>
            <p:nvPr/>
          </p:nvSpPr>
          <p:spPr>
            <a:xfrm>
              <a:off x="6694162" y="1336508"/>
              <a:ext cx="118335" cy="448381"/>
            </a:xfrm>
            <a:custGeom>
              <a:avLst/>
              <a:gdLst/>
              <a:ahLst/>
              <a:cxnLst/>
              <a:rect l="l" t="t" r="r" b="b"/>
              <a:pathLst>
                <a:path w="806" h="3054" extrusionOk="0">
                  <a:moveTo>
                    <a:pt x="1" y="1"/>
                  </a:moveTo>
                  <a:lnTo>
                    <a:pt x="1" y="2651"/>
                  </a:lnTo>
                  <a:cubicBezTo>
                    <a:pt x="1" y="2876"/>
                    <a:pt x="178" y="3053"/>
                    <a:pt x="403" y="3053"/>
                  </a:cubicBezTo>
                  <a:cubicBezTo>
                    <a:pt x="629" y="3053"/>
                    <a:pt x="806" y="2876"/>
                    <a:pt x="806" y="2651"/>
                  </a:cubicBezTo>
                  <a:lnTo>
                    <a:pt x="8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1" name="Google Shape;1761;p68"/>
            <p:cNvSpPr/>
            <p:nvPr/>
          </p:nvSpPr>
          <p:spPr>
            <a:xfrm>
              <a:off x="6811174" y="1336508"/>
              <a:ext cx="118482" cy="448381"/>
            </a:xfrm>
            <a:custGeom>
              <a:avLst/>
              <a:gdLst/>
              <a:ahLst/>
              <a:cxnLst/>
              <a:rect l="l" t="t" r="r" b="b"/>
              <a:pathLst>
                <a:path w="807" h="3054" extrusionOk="0">
                  <a:moveTo>
                    <a:pt x="1" y="1"/>
                  </a:moveTo>
                  <a:lnTo>
                    <a:pt x="1" y="2651"/>
                  </a:lnTo>
                  <a:cubicBezTo>
                    <a:pt x="1" y="2876"/>
                    <a:pt x="178" y="3053"/>
                    <a:pt x="404" y="3053"/>
                  </a:cubicBezTo>
                  <a:cubicBezTo>
                    <a:pt x="629" y="3053"/>
                    <a:pt x="806" y="2876"/>
                    <a:pt x="806" y="2651"/>
                  </a:cubicBezTo>
                  <a:lnTo>
                    <a:pt x="8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2" name="Google Shape;1762;p68"/>
            <p:cNvSpPr/>
            <p:nvPr/>
          </p:nvSpPr>
          <p:spPr>
            <a:xfrm>
              <a:off x="6929508" y="1336508"/>
              <a:ext cx="119509" cy="448381"/>
            </a:xfrm>
            <a:custGeom>
              <a:avLst/>
              <a:gdLst/>
              <a:ahLst/>
              <a:cxnLst/>
              <a:rect l="l" t="t" r="r" b="b"/>
              <a:pathLst>
                <a:path w="814" h="3054" extrusionOk="0">
                  <a:moveTo>
                    <a:pt x="0" y="1"/>
                  </a:moveTo>
                  <a:lnTo>
                    <a:pt x="0" y="2651"/>
                  </a:lnTo>
                  <a:cubicBezTo>
                    <a:pt x="0" y="2876"/>
                    <a:pt x="186" y="3053"/>
                    <a:pt x="411" y="3053"/>
                  </a:cubicBezTo>
                  <a:cubicBezTo>
                    <a:pt x="629" y="3053"/>
                    <a:pt x="814" y="2876"/>
                    <a:pt x="814" y="2651"/>
                  </a:cubicBezTo>
                  <a:lnTo>
                    <a:pt x="8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3" name="Google Shape;1763;p68"/>
            <p:cNvSpPr/>
            <p:nvPr/>
          </p:nvSpPr>
          <p:spPr>
            <a:xfrm>
              <a:off x="7046520" y="1336508"/>
              <a:ext cx="119656" cy="448381"/>
            </a:xfrm>
            <a:custGeom>
              <a:avLst/>
              <a:gdLst/>
              <a:ahLst/>
              <a:cxnLst/>
              <a:rect l="l" t="t" r="r" b="b"/>
              <a:pathLst>
                <a:path w="815" h="3054" extrusionOk="0">
                  <a:moveTo>
                    <a:pt x="1" y="1"/>
                  </a:moveTo>
                  <a:lnTo>
                    <a:pt x="1" y="2651"/>
                  </a:lnTo>
                  <a:cubicBezTo>
                    <a:pt x="1" y="2876"/>
                    <a:pt x="186" y="3053"/>
                    <a:pt x="411" y="3053"/>
                  </a:cubicBezTo>
                  <a:cubicBezTo>
                    <a:pt x="629" y="3053"/>
                    <a:pt x="814" y="2876"/>
                    <a:pt x="814" y="2651"/>
                  </a:cubicBezTo>
                  <a:lnTo>
                    <a:pt x="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4" name="Google Shape;1764;p68"/>
            <p:cNvSpPr/>
            <p:nvPr/>
          </p:nvSpPr>
          <p:spPr>
            <a:xfrm>
              <a:off x="7166028" y="1336508"/>
              <a:ext cx="118335" cy="448381"/>
            </a:xfrm>
            <a:custGeom>
              <a:avLst/>
              <a:gdLst/>
              <a:ahLst/>
              <a:cxnLst/>
              <a:rect l="l" t="t" r="r" b="b"/>
              <a:pathLst>
                <a:path w="806" h="3054" extrusionOk="0">
                  <a:moveTo>
                    <a:pt x="0" y="1"/>
                  </a:moveTo>
                  <a:lnTo>
                    <a:pt x="0" y="2651"/>
                  </a:lnTo>
                  <a:cubicBezTo>
                    <a:pt x="0" y="2876"/>
                    <a:pt x="177" y="3053"/>
                    <a:pt x="403" y="3053"/>
                  </a:cubicBezTo>
                  <a:cubicBezTo>
                    <a:pt x="628" y="3053"/>
                    <a:pt x="805" y="2876"/>
                    <a:pt x="805" y="2651"/>
                  </a:cubicBezTo>
                  <a:lnTo>
                    <a:pt x="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5" name="Google Shape;1765;p68"/>
            <p:cNvSpPr/>
            <p:nvPr/>
          </p:nvSpPr>
          <p:spPr>
            <a:xfrm>
              <a:off x="7283040" y="1336508"/>
              <a:ext cx="118335" cy="448381"/>
            </a:xfrm>
            <a:custGeom>
              <a:avLst/>
              <a:gdLst/>
              <a:ahLst/>
              <a:cxnLst/>
              <a:rect l="l" t="t" r="r" b="b"/>
              <a:pathLst>
                <a:path w="806" h="3054" extrusionOk="0">
                  <a:moveTo>
                    <a:pt x="0" y="1"/>
                  </a:moveTo>
                  <a:lnTo>
                    <a:pt x="0" y="2651"/>
                  </a:lnTo>
                  <a:cubicBezTo>
                    <a:pt x="0" y="2876"/>
                    <a:pt x="178" y="3053"/>
                    <a:pt x="403" y="3053"/>
                  </a:cubicBezTo>
                  <a:cubicBezTo>
                    <a:pt x="629" y="3053"/>
                    <a:pt x="806" y="2876"/>
                    <a:pt x="806" y="2651"/>
                  </a:cubicBezTo>
                  <a:lnTo>
                    <a:pt x="8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6" name="Google Shape;1766;p68"/>
            <p:cNvSpPr/>
            <p:nvPr/>
          </p:nvSpPr>
          <p:spPr>
            <a:xfrm>
              <a:off x="7401227" y="1336508"/>
              <a:ext cx="119656" cy="448381"/>
            </a:xfrm>
            <a:custGeom>
              <a:avLst/>
              <a:gdLst/>
              <a:ahLst/>
              <a:cxnLst/>
              <a:rect l="l" t="t" r="r" b="b"/>
              <a:pathLst>
                <a:path w="815" h="3054" extrusionOk="0">
                  <a:moveTo>
                    <a:pt x="1" y="1"/>
                  </a:moveTo>
                  <a:lnTo>
                    <a:pt x="1" y="2651"/>
                  </a:lnTo>
                  <a:cubicBezTo>
                    <a:pt x="1" y="2876"/>
                    <a:pt x="186" y="3053"/>
                    <a:pt x="404" y="3053"/>
                  </a:cubicBezTo>
                  <a:cubicBezTo>
                    <a:pt x="629" y="3053"/>
                    <a:pt x="806" y="2876"/>
                    <a:pt x="814" y="2651"/>
                  </a:cubicBezTo>
                  <a:lnTo>
                    <a:pt x="8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7" name="Google Shape;1767;p68"/>
            <p:cNvSpPr/>
            <p:nvPr/>
          </p:nvSpPr>
          <p:spPr>
            <a:xfrm>
              <a:off x="7518386" y="1336508"/>
              <a:ext cx="119509" cy="448381"/>
            </a:xfrm>
            <a:custGeom>
              <a:avLst/>
              <a:gdLst/>
              <a:ahLst/>
              <a:cxnLst/>
              <a:rect l="l" t="t" r="r" b="b"/>
              <a:pathLst>
                <a:path w="814" h="3054" extrusionOk="0">
                  <a:moveTo>
                    <a:pt x="0" y="1"/>
                  </a:moveTo>
                  <a:lnTo>
                    <a:pt x="0" y="2651"/>
                  </a:lnTo>
                  <a:cubicBezTo>
                    <a:pt x="0" y="2876"/>
                    <a:pt x="185" y="3053"/>
                    <a:pt x="403" y="3053"/>
                  </a:cubicBezTo>
                  <a:cubicBezTo>
                    <a:pt x="628" y="3053"/>
                    <a:pt x="814" y="2876"/>
                    <a:pt x="814" y="2651"/>
                  </a:cubicBezTo>
                  <a:lnTo>
                    <a:pt x="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8" name="Google Shape;1768;p68"/>
            <p:cNvSpPr/>
            <p:nvPr/>
          </p:nvSpPr>
          <p:spPr>
            <a:xfrm>
              <a:off x="7636572" y="1336508"/>
              <a:ext cx="119509" cy="448381"/>
            </a:xfrm>
            <a:custGeom>
              <a:avLst/>
              <a:gdLst/>
              <a:ahLst/>
              <a:cxnLst/>
              <a:rect l="l" t="t" r="r" b="b"/>
              <a:pathLst>
                <a:path w="814" h="3054" extrusionOk="0">
                  <a:moveTo>
                    <a:pt x="1" y="1"/>
                  </a:moveTo>
                  <a:lnTo>
                    <a:pt x="1" y="2651"/>
                  </a:lnTo>
                  <a:cubicBezTo>
                    <a:pt x="1" y="2876"/>
                    <a:pt x="186" y="3053"/>
                    <a:pt x="411" y="3053"/>
                  </a:cubicBezTo>
                  <a:cubicBezTo>
                    <a:pt x="629" y="3053"/>
                    <a:pt x="814" y="2876"/>
                    <a:pt x="814" y="2651"/>
                  </a:cubicBezTo>
                  <a:lnTo>
                    <a:pt x="8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9" name="Google Shape;1769;p68"/>
            <p:cNvSpPr/>
            <p:nvPr/>
          </p:nvSpPr>
          <p:spPr>
            <a:xfrm>
              <a:off x="7753585" y="1336508"/>
              <a:ext cx="119656" cy="448381"/>
            </a:xfrm>
            <a:custGeom>
              <a:avLst/>
              <a:gdLst/>
              <a:ahLst/>
              <a:cxnLst/>
              <a:rect l="l" t="t" r="r" b="b"/>
              <a:pathLst>
                <a:path w="815" h="3054" extrusionOk="0">
                  <a:moveTo>
                    <a:pt x="1" y="1"/>
                  </a:moveTo>
                  <a:lnTo>
                    <a:pt x="1" y="2651"/>
                  </a:lnTo>
                  <a:cubicBezTo>
                    <a:pt x="1" y="2876"/>
                    <a:pt x="186" y="3053"/>
                    <a:pt x="412" y="3053"/>
                  </a:cubicBezTo>
                  <a:cubicBezTo>
                    <a:pt x="629" y="3053"/>
                    <a:pt x="814" y="2876"/>
                    <a:pt x="814" y="2651"/>
                  </a:cubicBezTo>
                  <a:lnTo>
                    <a:pt x="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0" name="Google Shape;1770;p68"/>
            <p:cNvSpPr/>
            <p:nvPr/>
          </p:nvSpPr>
          <p:spPr>
            <a:xfrm>
              <a:off x="7873093" y="1336508"/>
              <a:ext cx="118335" cy="448381"/>
            </a:xfrm>
            <a:custGeom>
              <a:avLst/>
              <a:gdLst/>
              <a:ahLst/>
              <a:cxnLst/>
              <a:rect l="l" t="t" r="r" b="b"/>
              <a:pathLst>
                <a:path w="806" h="3054" extrusionOk="0">
                  <a:moveTo>
                    <a:pt x="0" y="1"/>
                  </a:moveTo>
                  <a:lnTo>
                    <a:pt x="0" y="2651"/>
                  </a:lnTo>
                  <a:cubicBezTo>
                    <a:pt x="0" y="2876"/>
                    <a:pt x="177" y="3053"/>
                    <a:pt x="403" y="3053"/>
                  </a:cubicBezTo>
                  <a:cubicBezTo>
                    <a:pt x="628" y="3053"/>
                    <a:pt x="806" y="2876"/>
                    <a:pt x="806" y="2651"/>
                  </a:cubicBezTo>
                  <a:lnTo>
                    <a:pt x="8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1" name="Google Shape;1771;p68"/>
            <p:cNvSpPr/>
            <p:nvPr/>
          </p:nvSpPr>
          <p:spPr>
            <a:xfrm>
              <a:off x="5828683" y="3625821"/>
              <a:ext cx="282771" cy="281449"/>
            </a:xfrm>
            <a:custGeom>
              <a:avLst/>
              <a:gdLst/>
              <a:ahLst/>
              <a:cxnLst/>
              <a:rect l="l" t="t" r="r" b="b"/>
              <a:pathLst>
                <a:path w="1926" h="1917" extrusionOk="0">
                  <a:moveTo>
                    <a:pt x="959" y="0"/>
                  </a:moveTo>
                  <a:cubicBezTo>
                    <a:pt x="435" y="0"/>
                    <a:pt x="0" y="427"/>
                    <a:pt x="0" y="959"/>
                  </a:cubicBezTo>
                  <a:cubicBezTo>
                    <a:pt x="0" y="1490"/>
                    <a:pt x="435" y="1917"/>
                    <a:pt x="959" y="1917"/>
                  </a:cubicBezTo>
                  <a:cubicBezTo>
                    <a:pt x="1490" y="1917"/>
                    <a:pt x="1925" y="1490"/>
                    <a:pt x="1925" y="959"/>
                  </a:cubicBezTo>
                  <a:cubicBezTo>
                    <a:pt x="1925" y="427"/>
                    <a:pt x="1490" y="0"/>
                    <a:pt x="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2" name="Google Shape;1772;p68"/>
            <p:cNvSpPr/>
            <p:nvPr/>
          </p:nvSpPr>
          <p:spPr>
            <a:xfrm>
              <a:off x="5888877" y="3684842"/>
              <a:ext cx="162233" cy="163408"/>
            </a:xfrm>
            <a:custGeom>
              <a:avLst/>
              <a:gdLst/>
              <a:ahLst/>
              <a:cxnLst/>
              <a:rect l="l" t="t" r="r" b="b"/>
              <a:pathLst>
                <a:path w="1105" h="1113" extrusionOk="0">
                  <a:moveTo>
                    <a:pt x="549" y="1"/>
                  </a:moveTo>
                  <a:cubicBezTo>
                    <a:pt x="243" y="1"/>
                    <a:pt x="1" y="250"/>
                    <a:pt x="1" y="557"/>
                  </a:cubicBezTo>
                  <a:cubicBezTo>
                    <a:pt x="1" y="863"/>
                    <a:pt x="243" y="1112"/>
                    <a:pt x="549" y="1112"/>
                  </a:cubicBezTo>
                  <a:cubicBezTo>
                    <a:pt x="855" y="1112"/>
                    <a:pt x="1104" y="863"/>
                    <a:pt x="1104" y="557"/>
                  </a:cubicBezTo>
                  <a:cubicBezTo>
                    <a:pt x="1104" y="250"/>
                    <a:pt x="855" y="1"/>
                    <a:pt x="5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3" name="Google Shape;1773;p68"/>
            <p:cNvSpPr/>
            <p:nvPr/>
          </p:nvSpPr>
          <p:spPr>
            <a:xfrm>
              <a:off x="5935124" y="3732117"/>
              <a:ext cx="69885" cy="70032"/>
            </a:xfrm>
            <a:custGeom>
              <a:avLst/>
              <a:gdLst/>
              <a:ahLst/>
              <a:cxnLst/>
              <a:rect l="l" t="t" r="r" b="b"/>
              <a:pathLst>
                <a:path w="476" h="477" extrusionOk="0">
                  <a:moveTo>
                    <a:pt x="234" y="1"/>
                  </a:moveTo>
                  <a:cubicBezTo>
                    <a:pt x="105" y="1"/>
                    <a:pt x="0" y="106"/>
                    <a:pt x="0" y="235"/>
                  </a:cubicBezTo>
                  <a:cubicBezTo>
                    <a:pt x="0" y="371"/>
                    <a:pt x="105" y="476"/>
                    <a:pt x="234" y="476"/>
                  </a:cubicBezTo>
                  <a:cubicBezTo>
                    <a:pt x="371" y="476"/>
                    <a:pt x="475" y="371"/>
                    <a:pt x="475" y="235"/>
                  </a:cubicBezTo>
                  <a:cubicBezTo>
                    <a:pt x="475" y="106"/>
                    <a:pt x="371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4" name="Google Shape;1774;p68"/>
            <p:cNvSpPr/>
            <p:nvPr/>
          </p:nvSpPr>
          <p:spPr>
            <a:xfrm>
              <a:off x="7709834" y="3625821"/>
              <a:ext cx="282771" cy="281449"/>
            </a:xfrm>
            <a:custGeom>
              <a:avLst/>
              <a:gdLst/>
              <a:ahLst/>
              <a:cxnLst/>
              <a:rect l="l" t="t" r="r" b="b"/>
              <a:pathLst>
                <a:path w="1926" h="1917" extrusionOk="0">
                  <a:moveTo>
                    <a:pt x="959" y="0"/>
                  </a:moveTo>
                  <a:cubicBezTo>
                    <a:pt x="436" y="0"/>
                    <a:pt x="1" y="427"/>
                    <a:pt x="1" y="959"/>
                  </a:cubicBezTo>
                  <a:cubicBezTo>
                    <a:pt x="1" y="1490"/>
                    <a:pt x="436" y="1917"/>
                    <a:pt x="959" y="1917"/>
                  </a:cubicBezTo>
                  <a:cubicBezTo>
                    <a:pt x="1491" y="1917"/>
                    <a:pt x="1926" y="1490"/>
                    <a:pt x="1926" y="959"/>
                  </a:cubicBezTo>
                  <a:cubicBezTo>
                    <a:pt x="1926" y="427"/>
                    <a:pt x="1491" y="0"/>
                    <a:pt x="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5" name="Google Shape;1775;p68"/>
            <p:cNvSpPr/>
            <p:nvPr/>
          </p:nvSpPr>
          <p:spPr>
            <a:xfrm>
              <a:off x="7770175" y="3684842"/>
              <a:ext cx="162087" cy="163408"/>
            </a:xfrm>
            <a:custGeom>
              <a:avLst/>
              <a:gdLst/>
              <a:ahLst/>
              <a:cxnLst/>
              <a:rect l="l" t="t" r="r" b="b"/>
              <a:pathLst>
                <a:path w="1104" h="1113" extrusionOk="0">
                  <a:moveTo>
                    <a:pt x="548" y="1"/>
                  </a:moveTo>
                  <a:cubicBezTo>
                    <a:pt x="242" y="1"/>
                    <a:pt x="1" y="250"/>
                    <a:pt x="1" y="557"/>
                  </a:cubicBezTo>
                  <a:cubicBezTo>
                    <a:pt x="1" y="863"/>
                    <a:pt x="242" y="1112"/>
                    <a:pt x="548" y="1112"/>
                  </a:cubicBezTo>
                  <a:cubicBezTo>
                    <a:pt x="854" y="1112"/>
                    <a:pt x="1104" y="863"/>
                    <a:pt x="1104" y="557"/>
                  </a:cubicBezTo>
                  <a:cubicBezTo>
                    <a:pt x="1104" y="250"/>
                    <a:pt x="854" y="1"/>
                    <a:pt x="5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6" name="Google Shape;1776;p68"/>
            <p:cNvSpPr/>
            <p:nvPr/>
          </p:nvSpPr>
          <p:spPr>
            <a:xfrm>
              <a:off x="7816275" y="3732117"/>
              <a:ext cx="69885" cy="70032"/>
            </a:xfrm>
            <a:custGeom>
              <a:avLst/>
              <a:gdLst/>
              <a:ahLst/>
              <a:cxnLst/>
              <a:rect l="l" t="t" r="r" b="b"/>
              <a:pathLst>
                <a:path w="476" h="477" extrusionOk="0">
                  <a:moveTo>
                    <a:pt x="234" y="1"/>
                  </a:moveTo>
                  <a:cubicBezTo>
                    <a:pt x="105" y="1"/>
                    <a:pt x="1" y="106"/>
                    <a:pt x="1" y="235"/>
                  </a:cubicBezTo>
                  <a:cubicBezTo>
                    <a:pt x="1" y="371"/>
                    <a:pt x="105" y="476"/>
                    <a:pt x="234" y="476"/>
                  </a:cubicBezTo>
                  <a:cubicBezTo>
                    <a:pt x="371" y="476"/>
                    <a:pt x="476" y="371"/>
                    <a:pt x="476" y="235"/>
                  </a:cubicBezTo>
                  <a:cubicBezTo>
                    <a:pt x="476" y="106"/>
                    <a:pt x="371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7" name="Google Shape;1777;p68"/>
            <p:cNvSpPr/>
            <p:nvPr/>
          </p:nvSpPr>
          <p:spPr>
            <a:xfrm>
              <a:off x="7614110" y="2769733"/>
              <a:ext cx="122005" cy="229476"/>
            </a:xfrm>
            <a:custGeom>
              <a:avLst/>
              <a:gdLst/>
              <a:ahLst/>
              <a:cxnLst/>
              <a:rect l="l" t="t" r="r" b="b"/>
              <a:pathLst>
                <a:path w="831" h="1563" extrusionOk="0">
                  <a:moveTo>
                    <a:pt x="0" y="0"/>
                  </a:moveTo>
                  <a:lnTo>
                    <a:pt x="0" y="1563"/>
                  </a:lnTo>
                  <a:lnTo>
                    <a:pt x="830" y="1563"/>
                  </a:lnTo>
                  <a:lnTo>
                    <a:pt x="8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8" name="Google Shape;1778;p68"/>
            <p:cNvSpPr/>
            <p:nvPr/>
          </p:nvSpPr>
          <p:spPr>
            <a:xfrm>
              <a:off x="7634223" y="2746095"/>
              <a:ext cx="81777" cy="23784"/>
            </a:xfrm>
            <a:custGeom>
              <a:avLst/>
              <a:gdLst/>
              <a:ahLst/>
              <a:cxnLst/>
              <a:rect l="l" t="t" r="r" b="b"/>
              <a:pathLst>
                <a:path w="557" h="162" extrusionOk="0">
                  <a:moveTo>
                    <a:pt x="0" y="0"/>
                  </a:moveTo>
                  <a:lnTo>
                    <a:pt x="0" y="161"/>
                  </a:lnTo>
                  <a:lnTo>
                    <a:pt x="556" y="161"/>
                  </a:lnTo>
                  <a:lnTo>
                    <a:pt x="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9" name="Google Shape;1779;p68"/>
            <p:cNvSpPr/>
            <p:nvPr/>
          </p:nvSpPr>
          <p:spPr>
            <a:xfrm>
              <a:off x="7663733" y="2681056"/>
              <a:ext cx="22610" cy="65187"/>
            </a:xfrm>
            <a:custGeom>
              <a:avLst/>
              <a:gdLst/>
              <a:ahLst/>
              <a:cxnLst/>
              <a:rect l="l" t="t" r="r" b="b"/>
              <a:pathLst>
                <a:path w="154" h="444" extrusionOk="0">
                  <a:moveTo>
                    <a:pt x="73" y="0"/>
                  </a:moveTo>
                  <a:cubicBezTo>
                    <a:pt x="33" y="0"/>
                    <a:pt x="1" y="40"/>
                    <a:pt x="1" y="81"/>
                  </a:cubicBezTo>
                  <a:lnTo>
                    <a:pt x="1" y="443"/>
                  </a:lnTo>
                  <a:lnTo>
                    <a:pt x="154" y="443"/>
                  </a:lnTo>
                  <a:lnTo>
                    <a:pt x="154" y="81"/>
                  </a:lnTo>
                  <a:cubicBezTo>
                    <a:pt x="154" y="32"/>
                    <a:pt x="122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0" name="Google Shape;1780;p68"/>
            <p:cNvSpPr/>
            <p:nvPr/>
          </p:nvSpPr>
          <p:spPr>
            <a:xfrm>
              <a:off x="7748887" y="2769733"/>
              <a:ext cx="120831" cy="229476"/>
            </a:xfrm>
            <a:custGeom>
              <a:avLst/>
              <a:gdLst/>
              <a:ahLst/>
              <a:cxnLst/>
              <a:rect l="l" t="t" r="r" b="b"/>
              <a:pathLst>
                <a:path w="823" h="1563" extrusionOk="0">
                  <a:moveTo>
                    <a:pt x="1" y="0"/>
                  </a:moveTo>
                  <a:lnTo>
                    <a:pt x="1" y="1563"/>
                  </a:lnTo>
                  <a:lnTo>
                    <a:pt x="822" y="1563"/>
                  </a:lnTo>
                  <a:lnTo>
                    <a:pt x="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1" name="Google Shape;1781;p68"/>
            <p:cNvSpPr/>
            <p:nvPr/>
          </p:nvSpPr>
          <p:spPr>
            <a:xfrm>
              <a:off x="7767826" y="2746095"/>
              <a:ext cx="82952" cy="23784"/>
            </a:xfrm>
            <a:custGeom>
              <a:avLst/>
              <a:gdLst/>
              <a:ahLst/>
              <a:cxnLst/>
              <a:rect l="l" t="t" r="r" b="b"/>
              <a:pathLst>
                <a:path w="565" h="162" extrusionOk="0">
                  <a:moveTo>
                    <a:pt x="0" y="0"/>
                  </a:moveTo>
                  <a:lnTo>
                    <a:pt x="0" y="161"/>
                  </a:lnTo>
                  <a:lnTo>
                    <a:pt x="564" y="161"/>
                  </a:lnTo>
                  <a:lnTo>
                    <a:pt x="5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2" name="Google Shape;1782;p68"/>
            <p:cNvSpPr/>
            <p:nvPr/>
          </p:nvSpPr>
          <p:spPr>
            <a:xfrm>
              <a:off x="7797336" y="2681056"/>
              <a:ext cx="23784" cy="65187"/>
            </a:xfrm>
            <a:custGeom>
              <a:avLst/>
              <a:gdLst/>
              <a:ahLst/>
              <a:cxnLst/>
              <a:rect l="l" t="t" r="r" b="b"/>
              <a:pathLst>
                <a:path w="162" h="444" extrusionOk="0">
                  <a:moveTo>
                    <a:pt x="81" y="0"/>
                  </a:moveTo>
                  <a:cubicBezTo>
                    <a:pt x="41" y="0"/>
                    <a:pt x="1" y="40"/>
                    <a:pt x="1" y="81"/>
                  </a:cubicBezTo>
                  <a:lnTo>
                    <a:pt x="1" y="443"/>
                  </a:lnTo>
                  <a:lnTo>
                    <a:pt x="162" y="443"/>
                  </a:lnTo>
                  <a:lnTo>
                    <a:pt x="162" y="81"/>
                  </a:lnTo>
                  <a:cubicBezTo>
                    <a:pt x="162" y="32"/>
                    <a:pt x="122" y="0"/>
                    <a:pt x="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3" name="Google Shape;1783;p68"/>
            <p:cNvSpPr/>
            <p:nvPr/>
          </p:nvSpPr>
          <p:spPr>
            <a:xfrm>
              <a:off x="7525433" y="2853565"/>
              <a:ext cx="50946" cy="48743"/>
            </a:xfrm>
            <a:custGeom>
              <a:avLst/>
              <a:gdLst/>
              <a:ahLst/>
              <a:cxnLst/>
              <a:rect l="l" t="t" r="r" b="b"/>
              <a:pathLst>
                <a:path w="347" h="332" extrusionOk="0">
                  <a:moveTo>
                    <a:pt x="57" y="1"/>
                  </a:moveTo>
                  <a:cubicBezTo>
                    <a:pt x="25" y="1"/>
                    <a:pt x="0" y="25"/>
                    <a:pt x="0" y="57"/>
                  </a:cubicBezTo>
                  <a:lnTo>
                    <a:pt x="0" y="331"/>
                  </a:lnTo>
                  <a:lnTo>
                    <a:pt x="347" y="331"/>
                  </a:lnTo>
                  <a:lnTo>
                    <a:pt x="347" y="57"/>
                  </a:lnTo>
                  <a:cubicBezTo>
                    <a:pt x="347" y="25"/>
                    <a:pt x="323" y="1"/>
                    <a:pt x="2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4" name="Google Shape;1784;p68"/>
            <p:cNvSpPr/>
            <p:nvPr/>
          </p:nvSpPr>
          <p:spPr>
            <a:xfrm>
              <a:off x="7493574" y="2891444"/>
              <a:ext cx="114811" cy="107764"/>
            </a:xfrm>
            <a:custGeom>
              <a:avLst/>
              <a:gdLst/>
              <a:ahLst/>
              <a:cxnLst/>
              <a:rect l="l" t="t" r="r" b="b"/>
              <a:pathLst>
                <a:path w="782" h="734" extrusionOk="0">
                  <a:moveTo>
                    <a:pt x="217" y="1"/>
                  </a:moveTo>
                  <a:lnTo>
                    <a:pt x="32" y="556"/>
                  </a:lnTo>
                  <a:cubicBezTo>
                    <a:pt x="0" y="645"/>
                    <a:pt x="64" y="734"/>
                    <a:pt x="161" y="734"/>
                  </a:cubicBezTo>
                  <a:lnTo>
                    <a:pt x="628" y="734"/>
                  </a:lnTo>
                  <a:cubicBezTo>
                    <a:pt x="717" y="734"/>
                    <a:pt x="781" y="645"/>
                    <a:pt x="749" y="556"/>
                  </a:cubicBezTo>
                  <a:lnTo>
                    <a:pt x="5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5" name="Google Shape;1785;p68"/>
            <p:cNvSpPr/>
            <p:nvPr/>
          </p:nvSpPr>
          <p:spPr>
            <a:xfrm>
              <a:off x="6531050" y="2846518"/>
              <a:ext cx="147845" cy="152690"/>
            </a:xfrm>
            <a:custGeom>
              <a:avLst/>
              <a:gdLst/>
              <a:ahLst/>
              <a:cxnLst/>
              <a:rect l="l" t="t" r="r" b="b"/>
              <a:pathLst>
                <a:path w="1007" h="1040" extrusionOk="0">
                  <a:moveTo>
                    <a:pt x="0" y="1"/>
                  </a:moveTo>
                  <a:lnTo>
                    <a:pt x="0" y="1040"/>
                  </a:lnTo>
                  <a:lnTo>
                    <a:pt x="1007" y="1040"/>
                  </a:lnTo>
                  <a:lnTo>
                    <a:pt x="10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6" name="Google Shape;1786;p68"/>
            <p:cNvSpPr/>
            <p:nvPr/>
          </p:nvSpPr>
          <p:spPr>
            <a:xfrm>
              <a:off x="6814845" y="1843907"/>
              <a:ext cx="914086" cy="335918"/>
            </a:xfrm>
            <a:custGeom>
              <a:avLst/>
              <a:gdLst/>
              <a:ahLst/>
              <a:cxnLst/>
              <a:rect l="l" t="t" r="r" b="b"/>
              <a:pathLst>
                <a:path w="6226" h="2288" extrusionOk="0">
                  <a:moveTo>
                    <a:pt x="0" y="0"/>
                  </a:moveTo>
                  <a:lnTo>
                    <a:pt x="0" y="2287"/>
                  </a:lnTo>
                  <a:lnTo>
                    <a:pt x="6226" y="2287"/>
                  </a:lnTo>
                  <a:lnTo>
                    <a:pt x="6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7" name="Google Shape;1787;p68"/>
            <p:cNvSpPr/>
            <p:nvPr/>
          </p:nvSpPr>
          <p:spPr>
            <a:xfrm>
              <a:off x="7774873" y="1843907"/>
              <a:ext cx="177502" cy="335918"/>
            </a:xfrm>
            <a:custGeom>
              <a:avLst/>
              <a:gdLst/>
              <a:ahLst/>
              <a:cxnLst/>
              <a:rect l="l" t="t" r="r" b="b"/>
              <a:pathLst>
                <a:path w="1209" h="2288" extrusionOk="0">
                  <a:moveTo>
                    <a:pt x="1" y="0"/>
                  </a:moveTo>
                  <a:lnTo>
                    <a:pt x="1" y="2287"/>
                  </a:lnTo>
                  <a:lnTo>
                    <a:pt x="1209" y="2287"/>
                  </a:lnTo>
                  <a:lnTo>
                    <a:pt x="12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8" name="Google Shape;1788;p68"/>
            <p:cNvSpPr/>
            <p:nvPr/>
          </p:nvSpPr>
          <p:spPr>
            <a:xfrm>
              <a:off x="7774873" y="2203314"/>
              <a:ext cx="177502" cy="334744"/>
            </a:xfrm>
            <a:custGeom>
              <a:avLst/>
              <a:gdLst/>
              <a:ahLst/>
              <a:cxnLst/>
              <a:rect l="l" t="t" r="r" b="b"/>
              <a:pathLst>
                <a:path w="1209" h="2280" extrusionOk="0">
                  <a:moveTo>
                    <a:pt x="1" y="0"/>
                  </a:moveTo>
                  <a:lnTo>
                    <a:pt x="1" y="2280"/>
                  </a:lnTo>
                  <a:lnTo>
                    <a:pt x="1209" y="2280"/>
                  </a:lnTo>
                  <a:lnTo>
                    <a:pt x="12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9" name="Google Shape;1789;p68"/>
            <p:cNvSpPr/>
            <p:nvPr/>
          </p:nvSpPr>
          <p:spPr>
            <a:xfrm>
              <a:off x="7818624" y="3512185"/>
              <a:ext cx="379817" cy="399931"/>
            </a:xfrm>
            <a:custGeom>
              <a:avLst/>
              <a:gdLst/>
              <a:ahLst/>
              <a:cxnLst/>
              <a:rect l="l" t="t" r="r" b="b"/>
              <a:pathLst>
                <a:path w="2587" h="2724" extrusionOk="0">
                  <a:moveTo>
                    <a:pt x="1" y="1"/>
                  </a:moveTo>
                  <a:lnTo>
                    <a:pt x="661" y="2723"/>
                  </a:lnTo>
                  <a:lnTo>
                    <a:pt x="1990" y="2723"/>
                  </a:lnTo>
                  <a:lnTo>
                    <a:pt x="2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90" name="Google Shape;1790;p68"/>
            <p:cNvCxnSpPr/>
            <p:nvPr/>
          </p:nvCxnSpPr>
          <p:spPr>
            <a:xfrm rot="10800000">
              <a:off x="6959938" y="2203450"/>
              <a:ext cx="1800" cy="2484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1" name="Google Shape;1791;p68"/>
            <p:cNvCxnSpPr/>
            <p:nvPr/>
          </p:nvCxnSpPr>
          <p:spPr>
            <a:xfrm rot="10800000">
              <a:off x="7623288" y="2203450"/>
              <a:ext cx="1800" cy="2484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92" name="Google Shape;1792;p68"/>
            <p:cNvSpPr/>
            <p:nvPr/>
          </p:nvSpPr>
          <p:spPr>
            <a:xfrm>
              <a:off x="6905132" y="2401750"/>
              <a:ext cx="754800" cy="181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93" name="Google Shape;1793;p68"/>
            <p:cNvCxnSpPr/>
            <p:nvPr/>
          </p:nvCxnSpPr>
          <p:spPr>
            <a:xfrm>
              <a:off x="6863325" y="1903875"/>
              <a:ext cx="374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4" name="Google Shape;1794;p68"/>
            <p:cNvCxnSpPr/>
            <p:nvPr/>
          </p:nvCxnSpPr>
          <p:spPr>
            <a:xfrm>
              <a:off x="6863325" y="2119850"/>
              <a:ext cx="4974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5" name="Google Shape;1795;p68"/>
            <p:cNvCxnSpPr/>
            <p:nvPr/>
          </p:nvCxnSpPr>
          <p:spPr>
            <a:xfrm>
              <a:off x="6863325" y="2047858"/>
              <a:ext cx="4746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6" name="Google Shape;1796;p68"/>
            <p:cNvCxnSpPr/>
            <p:nvPr/>
          </p:nvCxnSpPr>
          <p:spPr>
            <a:xfrm>
              <a:off x="6863325" y="1975867"/>
              <a:ext cx="5028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7" name="Google Shape;1797;p68"/>
            <p:cNvCxnSpPr/>
            <p:nvPr/>
          </p:nvCxnSpPr>
          <p:spPr>
            <a:xfrm>
              <a:off x="7531350" y="1903875"/>
              <a:ext cx="149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8" name="Google Shape;1798;p68"/>
            <p:cNvCxnSpPr/>
            <p:nvPr/>
          </p:nvCxnSpPr>
          <p:spPr>
            <a:xfrm>
              <a:off x="7531350" y="2119850"/>
              <a:ext cx="149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9" name="Google Shape;1799;p68"/>
            <p:cNvCxnSpPr/>
            <p:nvPr/>
          </p:nvCxnSpPr>
          <p:spPr>
            <a:xfrm>
              <a:off x="7531350" y="2047858"/>
              <a:ext cx="149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0" name="Google Shape;1800;p68"/>
            <p:cNvCxnSpPr/>
            <p:nvPr/>
          </p:nvCxnSpPr>
          <p:spPr>
            <a:xfrm>
              <a:off x="7531350" y="1975867"/>
              <a:ext cx="149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1" name="Google Shape;1801;p68"/>
            <p:cNvCxnSpPr/>
            <p:nvPr/>
          </p:nvCxnSpPr>
          <p:spPr>
            <a:xfrm>
              <a:off x="7803925" y="1903875"/>
              <a:ext cx="119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2" name="Google Shape;1802;p68"/>
            <p:cNvCxnSpPr/>
            <p:nvPr/>
          </p:nvCxnSpPr>
          <p:spPr>
            <a:xfrm>
              <a:off x="7803925" y="2119850"/>
              <a:ext cx="119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3" name="Google Shape;1803;p68"/>
            <p:cNvCxnSpPr/>
            <p:nvPr/>
          </p:nvCxnSpPr>
          <p:spPr>
            <a:xfrm>
              <a:off x="7803925" y="2047858"/>
              <a:ext cx="119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4" name="Google Shape;1804;p68"/>
            <p:cNvCxnSpPr/>
            <p:nvPr/>
          </p:nvCxnSpPr>
          <p:spPr>
            <a:xfrm>
              <a:off x="7803925" y="1975867"/>
              <a:ext cx="119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5" name="Google Shape;1805;p68"/>
            <p:cNvCxnSpPr/>
            <p:nvPr/>
          </p:nvCxnSpPr>
          <p:spPr>
            <a:xfrm>
              <a:off x="7803925" y="2262700"/>
              <a:ext cx="119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6" name="Google Shape;1806;p68"/>
            <p:cNvCxnSpPr/>
            <p:nvPr/>
          </p:nvCxnSpPr>
          <p:spPr>
            <a:xfrm>
              <a:off x="7803925" y="2478675"/>
              <a:ext cx="119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7" name="Google Shape;1807;p68"/>
            <p:cNvCxnSpPr/>
            <p:nvPr/>
          </p:nvCxnSpPr>
          <p:spPr>
            <a:xfrm>
              <a:off x="7803925" y="2406683"/>
              <a:ext cx="119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8" name="Google Shape;1808;p68"/>
            <p:cNvCxnSpPr/>
            <p:nvPr/>
          </p:nvCxnSpPr>
          <p:spPr>
            <a:xfrm>
              <a:off x="7803925" y="2334692"/>
              <a:ext cx="119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" name="Google Shape;6236;p99">
            <a:extLst>
              <a:ext uri="{FF2B5EF4-FFF2-40B4-BE49-F238E27FC236}">
                <a16:creationId xmlns:a16="http://schemas.microsoft.com/office/drawing/2014/main" id="{534701B2-4199-6AFB-885B-B15D16CCBE51}"/>
              </a:ext>
            </a:extLst>
          </p:cNvPr>
          <p:cNvGrpSpPr/>
          <p:nvPr/>
        </p:nvGrpSpPr>
        <p:grpSpPr>
          <a:xfrm>
            <a:off x="597985" y="2732880"/>
            <a:ext cx="4370646" cy="1055776"/>
            <a:chOff x="3512551" y="2358270"/>
            <a:chExt cx="1597383" cy="378533"/>
          </a:xfrm>
        </p:grpSpPr>
        <p:cxnSp>
          <p:nvCxnSpPr>
            <p:cNvPr id="3" name="Google Shape;6237;p99">
              <a:extLst>
                <a:ext uri="{FF2B5EF4-FFF2-40B4-BE49-F238E27FC236}">
                  <a16:creationId xmlns:a16="http://schemas.microsoft.com/office/drawing/2014/main" id="{2CCA881F-8568-DCBD-A389-FD16F2043D36}"/>
                </a:ext>
              </a:extLst>
            </p:cNvPr>
            <p:cNvCxnSpPr>
              <a:stCxn id="18" idx="6"/>
              <a:endCxn id="9" idx="2"/>
            </p:cNvCxnSpPr>
            <p:nvPr/>
          </p:nvCxnSpPr>
          <p:spPr>
            <a:xfrm>
              <a:off x="3738198" y="2553118"/>
              <a:ext cx="1146000" cy="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" name="Google Shape;6240;p99">
              <a:extLst>
                <a:ext uri="{FF2B5EF4-FFF2-40B4-BE49-F238E27FC236}">
                  <a16:creationId xmlns:a16="http://schemas.microsoft.com/office/drawing/2014/main" id="{2F238330-D746-85FE-C264-05FF6B6103E2}"/>
                </a:ext>
              </a:extLst>
            </p:cNvPr>
            <p:cNvGrpSpPr/>
            <p:nvPr/>
          </p:nvGrpSpPr>
          <p:grpSpPr>
            <a:xfrm>
              <a:off x="3512551" y="2358270"/>
              <a:ext cx="225647" cy="307714"/>
              <a:chOff x="2182679" y="2004714"/>
              <a:chExt cx="792300" cy="1080458"/>
            </a:xfrm>
          </p:grpSpPr>
          <p:cxnSp>
            <p:nvCxnSpPr>
              <p:cNvPr id="17" name="Google Shape;6241;p99">
                <a:extLst>
                  <a:ext uri="{FF2B5EF4-FFF2-40B4-BE49-F238E27FC236}">
                    <a16:creationId xmlns:a16="http://schemas.microsoft.com/office/drawing/2014/main" id="{83F2EB61-A48F-106D-DE66-4653996AB7FF}"/>
                  </a:ext>
                </a:extLst>
              </p:cNvPr>
              <p:cNvCxnSpPr>
                <a:stCxn id="19" idx="0"/>
              </p:cNvCxnSpPr>
              <p:nvPr/>
            </p:nvCxnSpPr>
            <p:spPr>
              <a:xfrm rot="10800000">
                <a:off x="2578961" y="2004714"/>
                <a:ext cx="0" cy="389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" name="Google Shape;6238;p99">
                <a:extLst>
                  <a:ext uri="{FF2B5EF4-FFF2-40B4-BE49-F238E27FC236}">
                    <a16:creationId xmlns:a16="http://schemas.microsoft.com/office/drawing/2014/main" id="{2F048CBE-F32B-2D44-F94F-93C4F69F9AC7}"/>
                  </a:ext>
                </a:extLst>
              </p:cNvPr>
              <p:cNvSpPr/>
              <p:nvPr/>
            </p:nvSpPr>
            <p:spPr>
              <a:xfrm>
                <a:off x="2182679" y="2292572"/>
                <a:ext cx="792300" cy="7926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Google Shape;6242;p99">
                <a:extLst>
                  <a:ext uri="{FF2B5EF4-FFF2-40B4-BE49-F238E27FC236}">
                    <a16:creationId xmlns:a16="http://schemas.microsoft.com/office/drawing/2014/main" id="{91A0451D-19D7-078A-8A29-1DEB48AB68F7}"/>
                  </a:ext>
                </a:extLst>
              </p:cNvPr>
              <p:cNvSpPr/>
              <p:nvPr/>
            </p:nvSpPr>
            <p:spPr>
              <a:xfrm>
                <a:off x="2283911" y="2393814"/>
                <a:ext cx="590100" cy="5901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" name="Google Shape;6243;p99">
              <a:extLst>
                <a:ext uri="{FF2B5EF4-FFF2-40B4-BE49-F238E27FC236}">
                  <a16:creationId xmlns:a16="http://schemas.microsoft.com/office/drawing/2014/main" id="{87A37FE8-3B43-3730-5B2C-24EBB9152796}"/>
                </a:ext>
              </a:extLst>
            </p:cNvPr>
            <p:cNvGrpSpPr/>
            <p:nvPr/>
          </p:nvGrpSpPr>
          <p:grpSpPr>
            <a:xfrm>
              <a:off x="3969644" y="2440153"/>
              <a:ext cx="225853" cy="296651"/>
              <a:chOff x="3775710" y="1729289"/>
              <a:chExt cx="136500" cy="179289"/>
            </a:xfrm>
          </p:grpSpPr>
          <p:cxnSp>
            <p:nvCxnSpPr>
              <p:cNvPr id="14" name="Google Shape;6244;p99">
                <a:extLst>
                  <a:ext uri="{FF2B5EF4-FFF2-40B4-BE49-F238E27FC236}">
                    <a16:creationId xmlns:a16="http://schemas.microsoft.com/office/drawing/2014/main" id="{D4B79510-8F9C-D5C6-7255-43A7C88B6C37}"/>
                  </a:ext>
                </a:extLst>
              </p:cNvPr>
              <p:cNvCxnSpPr/>
              <p:nvPr/>
            </p:nvCxnSpPr>
            <p:spPr>
              <a:xfrm>
                <a:off x="3843851" y="1848278"/>
                <a:ext cx="0" cy="60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" name="Google Shape;6245;p99">
                <a:extLst>
                  <a:ext uri="{FF2B5EF4-FFF2-40B4-BE49-F238E27FC236}">
                    <a16:creationId xmlns:a16="http://schemas.microsoft.com/office/drawing/2014/main" id="{C578CA7D-3461-BE93-A7B4-CB8B6C22ECA1}"/>
                  </a:ext>
                </a:extLst>
              </p:cNvPr>
              <p:cNvSpPr/>
              <p:nvPr/>
            </p:nvSpPr>
            <p:spPr>
              <a:xfrm>
                <a:off x="3775710" y="1729289"/>
                <a:ext cx="136500" cy="1365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Google Shape;6246;p99">
                <a:extLst>
                  <a:ext uri="{FF2B5EF4-FFF2-40B4-BE49-F238E27FC236}">
                    <a16:creationId xmlns:a16="http://schemas.microsoft.com/office/drawing/2014/main" id="{63D5D262-A4A1-66B5-79C6-FC8847DFE3D2}"/>
                  </a:ext>
                </a:extLst>
              </p:cNvPr>
              <p:cNvSpPr/>
              <p:nvPr/>
            </p:nvSpPr>
            <p:spPr>
              <a:xfrm>
                <a:off x="3793133" y="1746713"/>
                <a:ext cx="101700" cy="1017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" name="Google Shape;6247;p99">
              <a:extLst>
                <a:ext uri="{FF2B5EF4-FFF2-40B4-BE49-F238E27FC236}">
                  <a16:creationId xmlns:a16="http://schemas.microsoft.com/office/drawing/2014/main" id="{EDC72169-9B82-7154-2947-92F086575A67}"/>
                </a:ext>
              </a:extLst>
            </p:cNvPr>
            <p:cNvGrpSpPr/>
            <p:nvPr/>
          </p:nvGrpSpPr>
          <p:grpSpPr>
            <a:xfrm>
              <a:off x="4427051" y="2358270"/>
              <a:ext cx="225647" cy="307714"/>
              <a:chOff x="5393704" y="2004714"/>
              <a:chExt cx="792300" cy="1080458"/>
            </a:xfrm>
          </p:grpSpPr>
          <p:cxnSp>
            <p:nvCxnSpPr>
              <p:cNvPr id="11" name="Google Shape;6248;p99">
                <a:extLst>
                  <a:ext uri="{FF2B5EF4-FFF2-40B4-BE49-F238E27FC236}">
                    <a16:creationId xmlns:a16="http://schemas.microsoft.com/office/drawing/2014/main" id="{5DAE1390-1BF1-3214-CF34-5E0C105C564E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 rot="10800000">
                <a:off x="5789986" y="2004714"/>
                <a:ext cx="0" cy="389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" name="Google Shape;6250;p99">
                <a:extLst>
                  <a:ext uri="{FF2B5EF4-FFF2-40B4-BE49-F238E27FC236}">
                    <a16:creationId xmlns:a16="http://schemas.microsoft.com/office/drawing/2014/main" id="{7F69BA7F-A6EF-0D97-4453-84AE9CAE5BB2}"/>
                  </a:ext>
                </a:extLst>
              </p:cNvPr>
              <p:cNvSpPr/>
              <p:nvPr/>
            </p:nvSpPr>
            <p:spPr>
              <a:xfrm>
                <a:off x="5393704" y="2292572"/>
                <a:ext cx="792300" cy="7926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Google Shape;6249;p99">
                <a:extLst>
                  <a:ext uri="{FF2B5EF4-FFF2-40B4-BE49-F238E27FC236}">
                    <a16:creationId xmlns:a16="http://schemas.microsoft.com/office/drawing/2014/main" id="{1F785B5F-F67B-B313-D553-66AA02FE1A7A}"/>
                  </a:ext>
                </a:extLst>
              </p:cNvPr>
              <p:cNvSpPr/>
              <p:nvPr/>
            </p:nvSpPr>
            <p:spPr>
              <a:xfrm>
                <a:off x="5494936" y="2393814"/>
                <a:ext cx="590100" cy="5901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" name="Google Shape;6251;p99">
              <a:extLst>
                <a:ext uri="{FF2B5EF4-FFF2-40B4-BE49-F238E27FC236}">
                  <a16:creationId xmlns:a16="http://schemas.microsoft.com/office/drawing/2014/main" id="{2971B258-BA1E-D30A-C4CF-59FB17A57DFF}"/>
                </a:ext>
              </a:extLst>
            </p:cNvPr>
            <p:cNvGrpSpPr/>
            <p:nvPr/>
          </p:nvGrpSpPr>
          <p:grpSpPr>
            <a:xfrm>
              <a:off x="4884287" y="2440252"/>
              <a:ext cx="225647" cy="296532"/>
              <a:chOff x="6999166" y="2292572"/>
              <a:chExt cx="792300" cy="1041192"/>
            </a:xfrm>
          </p:grpSpPr>
          <p:cxnSp>
            <p:nvCxnSpPr>
              <p:cNvPr id="8" name="Google Shape;6252;p99">
                <a:extLst>
                  <a:ext uri="{FF2B5EF4-FFF2-40B4-BE49-F238E27FC236}">
                    <a16:creationId xmlns:a16="http://schemas.microsoft.com/office/drawing/2014/main" id="{5DE83E85-F877-88F0-FFF7-902F7C201634}"/>
                  </a:ext>
                </a:extLst>
              </p:cNvPr>
              <p:cNvCxnSpPr/>
              <p:nvPr/>
            </p:nvCxnSpPr>
            <p:spPr>
              <a:xfrm>
                <a:off x="7395553" y="2983964"/>
                <a:ext cx="0" cy="349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" name="Google Shape;6239;p99">
                <a:extLst>
                  <a:ext uri="{FF2B5EF4-FFF2-40B4-BE49-F238E27FC236}">
                    <a16:creationId xmlns:a16="http://schemas.microsoft.com/office/drawing/2014/main" id="{FCA40226-7912-3E3D-D51C-1BEFC280BBCF}"/>
                  </a:ext>
                </a:extLst>
              </p:cNvPr>
              <p:cNvSpPr/>
              <p:nvPr/>
            </p:nvSpPr>
            <p:spPr>
              <a:xfrm>
                <a:off x="6999166" y="2292572"/>
                <a:ext cx="792300" cy="7926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Google Shape;6253;p99">
                <a:extLst>
                  <a:ext uri="{FF2B5EF4-FFF2-40B4-BE49-F238E27FC236}">
                    <a16:creationId xmlns:a16="http://schemas.microsoft.com/office/drawing/2014/main" id="{C2A45D88-B196-3017-11FE-45E8441B58DD}"/>
                  </a:ext>
                </a:extLst>
              </p:cNvPr>
              <p:cNvSpPr/>
              <p:nvPr/>
            </p:nvSpPr>
            <p:spPr>
              <a:xfrm>
                <a:off x="7100398" y="2393814"/>
                <a:ext cx="590100" cy="5901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9475550-D72E-6DF6-D20D-11CCF6DCDA46}"/>
              </a:ext>
            </a:extLst>
          </p:cNvPr>
          <p:cNvSpPr txBox="1"/>
          <p:nvPr/>
        </p:nvSpPr>
        <p:spPr>
          <a:xfrm flipH="1">
            <a:off x="1046659" y="3732117"/>
            <a:ext cx="2272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Technology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Finance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E6298B-6D57-51D9-6980-C11D23C96D7B}"/>
              </a:ext>
            </a:extLst>
          </p:cNvPr>
          <p:cNvSpPr txBox="1"/>
          <p:nvPr/>
        </p:nvSpPr>
        <p:spPr>
          <a:xfrm>
            <a:off x="2148663" y="2038209"/>
            <a:ext cx="26532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C19239-5B6D-E381-5329-A3A40B4290EF}"/>
              </a:ext>
            </a:extLst>
          </p:cNvPr>
          <p:cNvSpPr txBox="1"/>
          <p:nvPr/>
        </p:nvSpPr>
        <p:spPr>
          <a:xfrm>
            <a:off x="3936893" y="3752044"/>
            <a:ext cx="1830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Area of Operation</a:t>
            </a:r>
          </a:p>
        </p:txBody>
      </p:sp>
    </p:spTree>
    <p:extLst>
      <p:ext uri="{BB962C8B-B14F-4D97-AF65-F5344CB8AC3E}">
        <p14:creationId xmlns:p14="http://schemas.microsoft.com/office/powerpoint/2010/main" val="1726575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2"/>
          <p:cNvSpPr/>
          <p:nvPr/>
        </p:nvSpPr>
        <p:spPr>
          <a:xfrm>
            <a:off x="870738" y="1657449"/>
            <a:ext cx="910200" cy="910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42"/>
          <p:cNvSpPr/>
          <p:nvPr/>
        </p:nvSpPr>
        <p:spPr>
          <a:xfrm>
            <a:off x="866538" y="3424317"/>
            <a:ext cx="914400" cy="91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42"/>
          <p:cNvSpPr/>
          <p:nvPr/>
        </p:nvSpPr>
        <p:spPr>
          <a:xfrm>
            <a:off x="5172325" y="1653249"/>
            <a:ext cx="914400" cy="91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42"/>
          <p:cNvSpPr/>
          <p:nvPr/>
        </p:nvSpPr>
        <p:spPr>
          <a:xfrm>
            <a:off x="5172325" y="3424317"/>
            <a:ext cx="914400" cy="91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42"/>
          <p:cNvSpPr/>
          <p:nvPr/>
        </p:nvSpPr>
        <p:spPr>
          <a:xfrm>
            <a:off x="4409684" y="2778242"/>
            <a:ext cx="324632" cy="511681"/>
          </a:xfrm>
          <a:custGeom>
            <a:avLst/>
            <a:gdLst/>
            <a:ahLst/>
            <a:cxnLst/>
            <a:rect l="l" t="t" r="r" b="b"/>
            <a:pathLst>
              <a:path w="16179" h="25498" extrusionOk="0">
                <a:moveTo>
                  <a:pt x="8087" y="1"/>
                </a:moveTo>
                <a:cubicBezTo>
                  <a:pt x="8069" y="1"/>
                  <a:pt x="8048" y="16"/>
                  <a:pt x="8038" y="47"/>
                </a:cubicBezTo>
                <a:cubicBezTo>
                  <a:pt x="7628" y="11283"/>
                  <a:pt x="7095" y="12042"/>
                  <a:pt x="42" y="12718"/>
                </a:cubicBezTo>
                <a:cubicBezTo>
                  <a:pt x="1" y="12718"/>
                  <a:pt x="1" y="12780"/>
                  <a:pt x="42" y="12780"/>
                </a:cubicBezTo>
                <a:cubicBezTo>
                  <a:pt x="7095" y="13457"/>
                  <a:pt x="7628" y="14215"/>
                  <a:pt x="8038" y="25452"/>
                </a:cubicBezTo>
                <a:cubicBezTo>
                  <a:pt x="8048" y="25482"/>
                  <a:pt x="8069" y="25498"/>
                  <a:pt x="8087" y="25498"/>
                </a:cubicBezTo>
                <a:cubicBezTo>
                  <a:pt x="8105" y="25498"/>
                  <a:pt x="8120" y="25482"/>
                  <a:pt x="8120" y="25452"/>
                </a:cubicBezTo>
                <a:cubicBezTo>
                  <a:pt x="8530" y="14215"/>
                  <a:pt x="9084" y="13457"/>
                  <a:pt x="16138" y="12780"/>
                </a:cubicBezTo>
                <a:cubicBezTo>
                  <a:pt x="16179" y="12780"/>
                  <a:pt x="16179" y="12718"/>
                  <a:pt x="16138" y="12718"/>
                </a:cubicBezTo>
                <a:cubicBezTo>
                  <a:pt x="9084" y="12042"/>
                  <a:pt x="8530" y="11283"/>
                  <a:pt x="8120" y="47"/>
                </a:cubicBezTo>
                <a:cubicBezTo>
                  <a:pt x="8120" y="16"/>
                  <a:pt x="8105" y="1"/>
                  <a:pt x="808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42"/>
          <p:cNvSpPr txBox="1">
            <a:spLocks noGrp="1"/>
          </p:cNvSpPr>
          <p:nvPr>
            <p:ph type="title"/>
          </p:nvPr>
        </p:nvSpPr>
        <p:spPr>
          <a:xfrm>
            <a:off x="713225" y="427450"/>
            <a:ext cx="7717500" cy="45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Role of SME</a:t>
            </a:r>
            <a:endParaRPr dirty="0"/>
          </a:p>
        </p:txBody>
      </p:sp>
      <p:sp>
        <p:nvSpPr>
          <p:cNvPr id="703" name="Google Shape;703;p42"/>
          <p:cNvSpPr txBox="1">
            <a:spLocks noGrp="1"/>
          </p:cNvSpPr>
          <p:nvPr>
            <p:ph type="subTitle" idx="2"/>
          </p:nvPr>
        </p:nvSpPr>
        <p:spPr>
          <a:xfrm>
            <a:off x="1946881" y="1757522"/>
            <a:ext cx="2148900" cy="681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Employment Generation</a:t>
            </a:r>
            <a:endParaRPr dirty="0"/>
          </a:p>
        </p:txBody>
      </p:sp>
      <p:sp>
        <p:nvSpPr>
          <p:cNvPr id="704" name="Google Shape;704;p42"/>
          <p:cNvSpPr txBox="1">
            <a:spLocks noGrp="1"/>
          </p:cNvSpPr>
          <p:nvPr>
            <p:ph type="title" idx="3"/>
          </p:nvPr>
        </p:nvSpPr>
        <p:spPr>
          <a:xfrm>
            <a:off x="870738" y="1765925"/>
            <a:ext cx="910200" cy="681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06" name="Google Shape;706;p42"/>
          <p:cNvSpPr txBox="1">
            <a:spLocks noGrp="1"/>
          </p:cNvSpPr>
          <p:nvPr>
            <p:ph type="subTitle" idx="5"/>
          </p:nvPr>
        </p:nvSpPr>
        <p:spPr>
          <a:xfrm>
            <a:off x="1844245" y="3540567"/>
            <a:ext cx="3011534" cy="681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Reduce Poverty, Income Distribution</a:t>
            </a:r>
            <a:endParaRPr dirty="0"/>
          </a:p>
        </p:txBody>
      </p:sp>
      <p:sp>
        <p:nvSpPr>
          <p:cNvPr id="707" name="Google Shape;707;p42"/>
          <p:cNvSpPr txBox="1">
            <a:spLocks noGrp="1"/>
          </p:cNvSpPr>
          <p:nvPr>
            <p:ph type="title" idx="6"/>
          </p:nvPr>
        </p:nvSpPr>
        <p:spPr>
          <a:xfrm>
            <a:off x="870738" y="3531213"/>
            <a:ext cx="910200" cy="681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09" name="Google Shape;709;p42"/>
          <p:cNvSpPr txBox="1">
            <a:spLocks noGrp="1"/>
          </p:cNvSpPr>
          <p:nvPr>
            <p:ph type="subTitle" idx="8"/>
          </p:nvPr>
        </p:nvSpPr>
        <p:spPr>
          <a:xfrm>
            <a:off x="6124362" y="1768774"/>
            <a:ext cx="2148900" cy="681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Innovation &amp; Creativity</a:t>
            </a:r>
            <a:endParaRPr dirty="0"/>
          </a:p>
        </p:txBody>
      </p:sp>
      <p:sp>
        <p:nvSpPr>
          <p:cNvPr id="710" name="Google Shape;710;p42"/>
          <p:cNvSpPr txBox="1">
            <a:spLocks noGrp="1"/>
          </p:cNvSpPr>
          <p:nvPr>
            <p:ph type="title" idx="9"/>
          </p:nvPr>
        </p:nvSpPr>
        <p:spPr>
          <a:xfrm>
            <a:off x="5176513" y="1765925"/>
            <a:ext cx="910200" cy="681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12" name="Google Shape;712;p42"/>
          <p:cNvSpPr txBox="1">
            <a:spLocks noGrp="1"/>
          </p:cNvSpPr>
          <p:nvPr>
            <p:ph type="subTitle" idx="14"/>
          </p:nvPr>
        </p:nvSpPr>
        <p:spPr>
          <a:xfrm>
            <a:off x="6124362" y="3471063"/>
            <a:ext cx="2205420" cy="1111732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Rural &amp; Regional Development</a:t>
            </a:r>
            <a:endParaRPr dirty="0"/>
          </a:p>
        </p:txBody>
      </p:sp>
      <p:sp>
        <p:nvSpPr>
          <p:cNvPr id="713" name="Google Shape;713;p42"/>
          <p:cNvSpPr txBox="1">
            <a:spLocks noGrp="1"/>
          </p:cNvSpPr>
          <p:nvPr>
            <p:ph type="title" idx="15"/>
          </p:nvPr>
        </p:nvSpPr>
        <p:spPr>
          <a:xfrm>
            <a:off x="5176513" y="3531213"/>
            <a:ext cx="910200" cy="681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04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714" name="Google Shape;714;p42"/>
          <p:cNvGrpSpPr/>
          <p:nvPr/>
        </p:nvGrpSpPr>
        <p:grpSpPr>
          <a:xfrm>
            <a:off x="7687950" y="560705"/>
            <a:ext cx="591600" cy="295800"/>
            <a:chOff x="2196322" y="4573708"/>
            <a:chExt cx="591600" cy="295800"/>
          </a:xfrm>
        </p:grpSpPr>
        <p:sp>
          <p:nvSpPr>
            <p:cNvPr id="715" name="Google Shape;715;p42"/>
            <p:cNvSpPr/>
            <p:nvPr/>
          </p:nvSpPr>
          <p:spPr>
            <a:xfrm>
              <a:off x="2196322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2"/>
            <p:cNvSpPr/>
            <p:nvPr/>
          </p:nvSpPr>
          <p:spPr>
            <a:xfrm>
              <a:off x="2344233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2"/>
            <p:cNvSpPr/>
            <p:nvPr/>
          </p:nvSpPr>
          <p:spPr>
            <a:xfrm>
              <a:off x="2492122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8" name="Google Shape;718;p42"/>
          <p:cNvGrpSpPr/>
          <p:nvPr/>
        </p:nvGrpSpPr>
        <p:grpSpPr>
          <a:xfrm>
            <a:off x="864450" y="560705"/>
            <a:ext cx="591600" cy="295800"/>
            <a:chOff x="2196322" y="4573708"/>
            <a:chExt cx="591600" cy="295800"/>
          </a:xfrm>
        </p:grpSpPr>
        <p:sp>
          <p:nvSpPr>
            <p:cNvPr id="719" name="Google Shape;719;p42"/>
            <p:cNvSpPr/>
            <p:nvPr/>
          </p:nvSpPr>
          <p:spPr>
            <a:xfrm>
              <a:off x="2196322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2"/>
            <p:cNvSpPr/>
            <p:nvPr/>
          </p:nvSpPr>
          <p:spPr>
            <a:xfrm>
              <a:off x="2344233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2"/>
            <p:cNvSpPr/>
            <p:nvPr/>
          </p:nvSpPr>
          <p:spPr>
            <a:xfrm>
              <a:off x="2492122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2"/>
          <p:cNvSpPr/>
          <p:nvPr/>
        </p:nvSpPr>
        <p:spPr>
          <a:xfrm>
            <a:off x="870738" y="1657449"/>
            <a:ext cx="910200" cy="910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42"/>
          <p:cNvSpPr/>
          <p:nvPr/>
        </p:nvSpPr>
        <p:spPr>
          <a:xfrm>
            <a:off x="866538" y="3424317"/>
            <a:ext cx="914400" cy="91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42"/>
          <p:cNvSpPr/>
          <p:nvPr/>
        </p:nvSpPr>
        <p:spPr>
          <a:xfrm>
            <a:off x="5172325" y="1653249"/>
            <a:ext cx="914400" cy="91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42"/>
          <p:cNvSpPr/>
          <p:nvPr/>
        </p:nvSpPr>
        <p:spPr>
          <a:xfrm>
            <a:off x="5172325" y="3424317"/>
            <a:ext cx="914400" cy="91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42"/>
          <p:cNvSpPr/>
          <p:nvPr/>
        </p:nvSpPr>
        <p:spPr>
          <a:xfrm>
            <a:off x="4409684" y="2778242"/>
            <a:ext cx="324632" cy="511681"/>
          </a:xfrm>
          <a:custGeom>
            <a:avLst/>
            <a:gdLst/>
            <a:ahLst/>
            <a:cxnLst/>
            <a:rect l="l" t="t" r="r" b="b"/>
            <a:pathLst>
              <a:path w="16179" h="25498" extrusionOk="0">
                <a:moveTo>
                  <a:pt x="8087" y="1"/>
                </a:moveTo>
                <a:cubicBezTo>
                  <a:pt x="8069" y="1"/>
                  <a:pt x="8048" y="16"/>
                  <a:pt x="8038" y="47"/>
                </a:cubicBezTo>
                <a:cubicBezTo>
                  <a:pt x="7628" y="11283"/>
                  <a:pt x="7095" y="12042"/>
                  <a:pt x="42" y="12718"/>
                </a:cubicBezTo>
                <a:cubicBezTo>
                  <a:pt x="1" y="12718"/>
                  <a:pt x="1" y="12780"/>
                  <a:pt x="42" y="12780"/>
                </a:cubicBezTo>
                <a:cubicBezTo>
                  <a:pt x="7095" y="13457"/>
                  <a:pt x="7628" y="14215"/>
                  <a:pt x="8038" y="25452"/>
                </a:cubicBezTo>
                <a:cubicBezTo>
                  <a:pt x="8048" y="25482"/>
                  <a:pt x="8069" y="25498"/>
                  <a:pt x="8087" y="25498"/>
                </a:cubicBezTo>
                <a:cubicBezTo>
                  <a:pt x="8105" y="25498"/>
                  <a:pt x="8120" y="25482"/>
                  <a:pt x="8120" y="25452"/>
                </a:cubicBezTo>
                <a:cubicBezTo>
                  <a:pt x="8530" y="14215"/>
                  <a:pt x="9084" y="13457"/>
                  <a:pt x="16138" y="12780"/>
                </a:cubicBezTo>
                <a:cubicBezTo>
                  <a:pt x="16179" y="12780"/>
                  <a:pt x="16179" y="12718"/>
                  <a:pt x="16138" y="12718"/>
                </a:cubicBezTo>
                <a:cubicBezTo>
                  <a:pt x="9084" y="12042"/>
                  <a:pt x="8530" y="11283"/>
                  <a:pt x="8120" y="47"/>
                </a:cubicBezTo>
                <a:cubicBezTo>
                  <a:pt x="8120" y="16"/>
                  <a:pt x="8105" y="1"/>
                  <a:pt x="808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42"/>
          <p:cNvSpPr txBox="1">
            <a:spLocks noGrp="1"/>
          </p:cNvSpPr>
          <p:nvPr>
            <p:ph type="title"/>
          </p:nvPr>
        </p:nvSpPr>
        <p:spPr>
          <a:xfrm>
            <a:off x="713225" y="427450"/>
            <a:ext cx="7717500" cy="45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Role of SME</a:t>
            </a:r>
            <a:endParaRPr dirty="0"/>
          </a:p>
        </p:txBody>
      </p:sp>
      <p:sp>
        <p:nvSpPr>
          <p:cNvPr id="703" name="Google Shape;703;p42"/>
          <p:cNvSpPr txBox="1">
            <a:spLocks noGrp="1"/>
          </p:cNvSpPr>
          <p:nvPr>
            <p:ph type="subTitle" idx="2"/>
          </p:nvPr>
        </p:nvSpPr>
        <p:spPr>
          <a:xfrm>
            <a:off x="1780938" y="1825837"/>
            <a:ext cx="3173051" cy="681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Economic Growth, Contribution on GDP</a:t>
            </a:r>
            <a:endParaRPr dirty="0"/>
          </a:p>
        </p:txBody>
      </p:sp>
      <p:sp>
        <p:nvSpPr>
          <p:cNvPr id="704" name="Google Shape;704;p42"/>
          <p:cNvSpPr txBox="1">
            <a:spLocks noGrp="1"/>
          </p:cNvSpPr>
          <p:nvPr>
            <p:ph type="title" idx="3"/>
          </p:nvPr>
        </p:nvSpPr>
        <p:spPr>
          <a:xfrm>
            <a:off x="870738" y="1765925"/>
            <a:ext cx="910200" cy="681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06" name="Google Shape;706;p42"/>
          <p:cNvSpPr txBox="1">
            <a:spLocks noGrp="1"/>
          </p:cNvSpPr>
          <p:nvPr>
            <p:ph type="subTitle" idx="5"/>
          </p:nvPr>
        </p:nvSpPr>
        <p:spPr>
          <a:xfrm>
            <a:off x="1844245" y="3540567"/>
            <a:ext cx="3011534" cy="681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Export Growth</a:t>
            </a:r>
            <a:endParaRPr dirty="0"/>
          </a:p>
        </p:txBody>
      </p:sp>
      <p:sp>
        <p:nvSpPr>
          <p:cNvPr id="707" name="Google Shape;707;p42"/>
          <p:cNvSpPr txBox="1">
            <a:spLocks noGrp="1"/>
          </p:cNvSpPr>
          <p:nvPr>
            <p:ph type="title" idx="6"/>
          </p:nvPr>
        </p:nvSpPr>
        <p:spPr>
          <a:xfrm>
            <a:off x="870738" y="3531213"/>
            <a:ext cx="910200" cy="681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09" name="Google Shape;709;p42"/>
          <p:cNvSpPr txBox="1">
            <a:spLocks noGrp="1"/>
          </p:cNvSpPr>
          <p:nvPr>
            <p:ph type="subTitle" idx="8"/>
          </p:nvPr>
        </p:nvSpPr>
        <p:spPr>
          <a:xfrm>
            <a:off x="6124361" y="1768774"/>
            <a:ext cx="2381135" cy="681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Support Local Supply Chain</a:t>
            </a:r>
            <a:endParaRPr dirty="0"/>
          </a:p>
        </p:txBody>
      </p:sp>
      <p:sp>
        <p:nvSpPr>
          <p:cNvPr id="710" name="Google Shape;710;p42"/>
          <p:cNvSpPr txBox="1">
            <a:spLocks noGrp="1"/>
          </p:cNvSpPr>
          <p:nvPr>
            <p:ph type="title" idx="9"/>
          </p:nvPr>
        </p:nvSpPr>
        <p:spPr>
          <a:xfrm>
            <a:off x="5176513" y="1765925"/>
            <a:ext cx="910200" cy="681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12" name="Google Shape;712;p42"/>
          <p:cNvSpPr txBox="1">
            <a:spLocks noGrp="1"/>
          </p:cNvSpPr>
          <p:nvPr>
            <p:ph type="subTitle" idx="14"/>
          </p:nvPr>
        </p:nvSpPr>
        <p:spPr>
          <a:xfrm>
            <a:off x="6124362" y="3471063"/>
            <a:ext cx="2436314" cy="1111732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Women’s Empowerment</a:t>
            </a:r>
            <a:endParaRPr dirty="0"/>
          </a:p>
        </p:txBody>
      </p:sp>
      <p:sp>
        <p:nvSpPr>
          <p:cNvPr id="713" name="Google Shape;713;p42"/>
          <p:cNvSpPr txBox="1">
            <a:spLocks noGrp="1"/>
          </p:cNvSpPr>
          <p:nvPr>
            <p:ph type="title" idx="15"/>
          </p:nvPr>
        </p:nvSpPr>
        <p:spPr>
          <a:xfrm>
            <a:off x="5176513" y="3531213"/>
            <a:ext cx="910200" cy="681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04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714" name="Google Shape;714;p42"/>
          <p:cNvGrpSpPr/>
          <p:nvPr/>
        </p:nvGrpSpPr>
        <p:grpSpPr>
          <a:xfrm>
            <a:off x="7687950" y="560705"/>
            <a:ext cx="591600" cy="295800"/>
            <a:chOff x="2196322" y="4573708"/>
            <a:chExt cx="591600" cy="295800"/>
          </a:xfrm>
        </p:grpSpPr>
        <p:sp>
          <p:nvSpPr>
            <p:cNvPr id="715" name="Google Shape;715;p42"/>
            <p:cNvSpPr/>
            <p:nvPr/>
          </p:nvSpPr>
          <p:spPr>
            <a:xfrm>
              <a:off x="2196322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2"/>
            <p:cNvSpPr/>
            <p:nvPr/>
          </p:nvSpPr>
          <p:spPr>
            <a:xfrm>
              <a:off x="2344233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2"/>
            <p:cNvSpPr/>
            <p:nvPr/>
          </p:nvSpPr>
          <p:spPr>
            <a:xfrm>
              <a:off x="2492122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8" name="Google Shape;718;p42"/>
          <p:cNvGrpSpPr/>
          <p:nvPr/>
        </p:nvGrpSpPr>
        <p:grpSpPr>
          <a:xfrm>
            <a:off x="864450" y="560705"/>
            <a:ext cx="591600" cy="295800"/>
            <a:chOff x="2196322" y="4573708"/>
            <a:chExt cx="591600" cy="295800"/>
          </a:xfrm>
        </p:grpSpPr>
        <p:sp>
          <p:nvSpPr>
            <p:cNvPr id="719" name="Google Shape;719;p42"/>
            <p:cNvSpPr/>
            <p:nvPr/>
          </p:nvSpPr>
          <p:spPr>
            <a:xfrm>
              <a:off x="2196322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2"/>
            <p:cNvSpPr/>
            <p:nvPr/>
          </p:nvSpPr>
          <p:spPr>
            <a:xfrm>
              <a:off x="2344233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2"/>
            <p:cNvSpPr/>
            <p:nvPr/>
          </p:nvSpPr>
          <p:spPr>
            <a:xfrm>
              <a:off x="2492122" y="4573708"/>
              <a:ext cx="295800" cy="295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41620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4" name="Google Shape;1254;p56"/>
          <p:cNvGrpSpPr/>
          <p:nvPr/>
        </p:nvGrpSpPr>
        <p:grpSpPr>
          <a:xfrm>
            <a:off x="3081100" y="1334925"/>
            <a:ext cx="2981800" cy="3081000"/>
            <a:chOff x="3081100" y="1334925"/>
            <a:chExt cx="2981800" cy="3081000"/>
          </a:xfrm>
        </p:grpSpPr>
        <p:sp>
          <p:nvSpPr>
            <p:cNvPr id="1255" name="Google Shape;1255;p56"/>
            <p:cNvSpPr/>
            <p:nvPr/>
          </p:nvSpPr>
          <p:spPr>
            <a:xfrm>
              <a:off x="3313800" y="1723575"/>
              <a:ext cx="2516400" cy="23037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56"/>
            <p:cNvSpPr/>
            <p:nvPr/>
          </p:nvSpPr>
          <p:spPr>
            <a:xfrm>
              <a:off x="3512650" y="1334925"/>
              <a:ext cx="777300" cy="777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dirty="0">
                  <a:solidFill>
                    <a:schemeClr val="lt1"/>
                  </a:solidFill>
                  <a:latin typeface="DM Serif Text"/>
                  <a:ea typeface="DM Serif Text"/>
                  <a:cs typeface="DM Serif Text"/>
                  <a:sym typeface="DM Serif Text"/>
                </a:rPr>
                <a:t>1</a:t>
              </a:r>
              <a:endParaRPr sz="2500" dirty="0">
                <a:solidFill>
                  <a:schemeClr val="lt1"/>
                </a:solidFill>
                <a:latin typeface="DM Serif Text"/>
                <a:ea typeface="DM Serif Text"/>
                <a:cs typeface="DM Serif Text"/>
                <a:sym typeface="DM Serif Text"/>
              </a:endParaRPr>
            </a:p>
          </p:txBody>
        </p:sp>
        <p:sp>
          <p:nvSpPr>
            <p:cNvPr id="1257" name="Google Shape;1257;p56"/>
            <p:cNvSpPr/>
            <p:nvPr/>
          </p:nvSpPr>
          <p:spPr>
            <a:xfrm>
              <a:off x="3512650" y="3638625"/>
              <a:ext cx="777300" cy="777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dirty="0">
                  <a:solidFill>
                    <a:schemeClr val="lt1"/>
                  </a:solidFill>
                  <a:latin typeface="DM Serif Text"/>
                  <a:ea typeface="DM Serif Text"/>
                  <a:cs typeface="DM Serif Text"/>
                  <a:sym typeface="DM Serif Text"/>
                </a:rPr>
                <a:t>3</a:t>
              </a:r>
              <a:endParaRPr sz="2500" dirty="0">
                <a:solidFill>
                  <a:schemeClr val="lt1"/>
                </a:solidFill>
                <a:latin typeface="DM Serif Text"/>
                <a:ea typeface="DM Serif Text"/>
                <a:cs typeface="DM Serif Text"/>
                <a:sym typeface="DM Serif Text"/>
              </a:endParaRPr>
            </a:p>
          </p:txBody>
        </p:sp>
        <p:sp>
          <p:nvSpPr>
            <p:cNvPr id="1258" name="Google Shape;1258;p56"/>
            <p:cNvSpPr/>
            <p:nvPr/>
          </p:nvSpPr>
          <p:spPr>
            <a:xfrm>
              <a:off x="3081100" y="2486775"/>
              <a:ext cx="777300" cy="777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dirty="0">
                  <a:solidFill>
                    <a:schemeClr val="lt1"/>
                  </a:solidFill>
                  <a:latin typeface="DM Serif Text"/>
                  <a:ea typeface="DM Serif Text"/>
                  <a:cs typeface="DM Serif Text"/>
                  <a:sym typeface="DM Serif Text"/>
                </a:rPr>
                <a:t>2</a:t>
              </a:r>
              <a:endParaRPr sz="2500" dirty="0">
                <a:solidFill>
                  <a:schemeClr val="lt1"/>
                </a:solidFill>
                <a:latin typeface="DM Serif Text"/>
                <a:ea typeface="DM Serif Text"/>
                <a:cs typeface="DM Serif Text"/>
                <a:sym typeface="DM Serif Text"/>
              </a:endParaRPr>
            </a:p>
          </p:txBody>
        </p:sp>
        <p:sp>
          <p:nvSpPr>
            <p:cNvPr id="1259" name="Google Shape;1259;p56"/>
            <p:cNvSpPr/>
            <p:nvPr/>
          </p:nvSpPr>
          <p:spPr>
            <a:xfrm flipH="1">
              <a:off x="4854050" y="1334925"/>
              <a:ext cx="777300" cy="777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dirty="0">
                  <a:solidFill>
                    <a:schemeClr val="lt1"/>
                  </a:solidFill>
                  <a:latin typeface="DM Serif Text"/>
                  <a:ea typeface="DM Serif Text"/>
                  <a:cs typeface="DM Serif Text"/>
                  <a:sym typeface="DM Serif Text"/>
                </a:rPr>
                <a:t>5</a:t>
              </a:r>
              <a:endParaRPr sz="2500" dirty="0">
                <a:solidFill>
                  <a:schemeClr val="lt1"/>
                </a:solidFill>
                <a:latin typeface="DM Serif Text"/>
                <a:ea typeface="DM Serif Text"/>
                <a:cs typeface="DM Serif Text"/>
                <a:sym typeface="DM Serif Text"/>
              </a:endParaRPr>
            </a:p>
          </p:txBody>
        </p:sp>
        <p:sp>
          <p:nvSpPr>
            <p:cNvPr id="1260" name="Google Shape;1260;p56"/>
            <p:cNvSpPr/>
            <p:nvPr/>
          </p:nvSpPr>
          <p:spPr>
            <a:xfrm flipH="1">
              <a:off x="4854050" y="3638625"/>
              <a:ext cx="777300" cy="777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dirty="0">
                  <a:solidFill>
                    <a:schemeClr val="lt1"/>
                  </a:solidFill>
                  <a:latin typeface="DM Serif Text"/>
                  <a:ea typeface="DM Serif Text"/>
                  <a:cs typeface="DM Serif Text"/>
                  <a:sym typeface="DM Serif Text"/>
                </a:rPr>
                <a:t>4</a:t>
              </a:r>
              <a:endParaRPr sz="2500" dirty="0">
                <a:solidFill>
                  <a:schemeClr val="lt1"/>
                </a:solidFill>
                <a:latin typeface="DM Serif Text"/>
                <a:ea typeface="DM Serif Text"/>
                <a:cs typeface="DM Serif Text"/>
                <a:sym typeface="DM Serif Text"/>
              </a:endParaRPr>
            </a:p>
          </p:txBody>
        </p:sp>
        <p:sp>
          <p:nvSpPr>
            <p:cNvPr id="1261" name="Google Shape;1261;p56"/>
            <p:cNvSpPr/>
            <p:nvPr/>
          </p:nvSpPr>
          <p:spPr>
            <a:xfrm flipH="1">
              <a:off x="5285600" y="2486775"/>
              <a:ext cx="777300" cy="777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dirty="0">
                  <a:solidFill>
                    <a:schemeClr val="lt1"/>
                  </a:solidFill>
                  <a:latin typeface="DM Serif Text"/>
                  <a:ea typeface="DM Serif Text"/>
                  <a:cs typeface="DM Serif Text"/>
                  <a:sym typeface="DM Serif Text"/>
                </a:rPr>
                <a:t>4</a:t>
              </a:r>
              <a:endParaRPr sz="2500" dirty="0">
                <a:solidFill>
                  <a:schemeClr val="lt1"/>
                </a:solidFill>
                <a:latin typeface="DM Serif Text"/>
                <a:ea typeface="DM Serif Text"/>
                <a:cs typeface="DM Serif Text"/>
                <a:sym typeface="DM Serif Text"/>
              </a:endParaRPr>
            </a:p>
          </p:txBody>
        </p:sp>
      </p:grpSp>
      <p:sp>
        <p:nvSpPr>
          <p:cNvPr id="1263" name="Google Shape;1263;p56"/>
          <p:cNvSpPr txBox="1"/>
          <p:nvPr/>
        </p:nvSpPr>
        <p:spPr>
          <a:xfrm>
            <a:off x="692147" y="1412736"/>
            <a:ext cx="2721078" cy="3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rPr>
              <a:t>Lack of Resource</a:t>
            </a:r>
          </a:p>
        </p:txBody>
      </p:sp>
      <p:sp>
        <p:nvSpPr>
          <p:cNvPr id="1267" name="Google Shape;1267;p56"/>
          <p:cNvSpPr txBox="1"/>
          <p:nvPr/>
        </p:nvSpPr>
        <p:spPr>
          <a:xfrm>
            <a:off x="713224" y="2472100"/>
            <a:ext cx="2799425" cy="3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rPr>
              <a:t>Lack of Modern Technologies</a:t>
            </a:r>
          </a:p>
        </p:txBody>
      </p:sp>
      <p:sp>
        <p:nvSpPr>
          <p:cNvPr id="1269" name="Google Shape;1269;p56"/>
          <p:cNvSpPr txBox="1"/>
          <p:nvPr/>
        </p:nvSpPr>
        <p:spPr>
          <a:xfrm flipH="1">
            <a:off x="6087840" y="1462567"/>
            <a:ext cx="2167500" cy="3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91425" anchor="t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rPr>
              <a:t>Bureaucratic Obstacles</a:t>
            </a:r>
            <a:endParaRPr sz="2500" dirty="0">
              <a:solidFill>
                <a:schemeClr val="dk1"/>
              </a:solidFill>
              <a:latin typeface="DM Serif Text"/>
              <a:ea typeface="DM Serif Text"/>
              <a:cs typeface="DM Serif Text"/>
              <a:sym typeface="DM Serif Text"/>
            </a:endParaRPr>
          </a:p>
        </p:txBody>
      </p:sp>
      <p:sp>
        <p:nvSpPr>
          <p:cNvPr id="1271" name="Google Shape;1271;p56"/>
          <p:cNvSpPr txBox="1"/>
          <p:nvPr/>
        </p:nvSpPr>
        <p:spPr>
          <a:xfrm flipH="1">
            <a:off x="5837645" y="3845253"/>
            <a:ext cx="2667891" cy="3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91425" anchor="t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rPr>
              <a:t>U</a:t>
            </a:r>
            <a:r>
              <a:rPr lang="en" sz="2500" dirty="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rPr>
              <a:t>nsopprt Business Environment</a:t>
            </a:r>
            <a:endParaRPr sz="2500" dirty="0">
              <a:solidFill>
                <a:schemeClr val="dk1"/>
              </a:solidFill>
              <a:latin typeface="DM Serif Text"/>
              <a:ea typeface="DM Serif Text"/>
              <a:cs typeface="DM Serif Text"/>
              <a:sym typeface="DM Serif Text"/>
            </a:endParaRPr>
          </a:p>
        </p:txBody>
      </p:sp>
      <p:sp>
        <p:nvSpPr>
          <p:cNvPr id="1273" name="Google Shape;1273;p56"/>
          <p:cNvSpPr txBox="1"/>
          <p:nvPr/>
        </p:nvSpPr>
        <p:spPr>
          <a:xfrm flipH="1">
            <a:off x="6338036" y="2702025"/>
            <a:ext cx="2167500" cy="3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91425" anchor="t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rPr>
              <a:t>High Interest Rate</a:t>
            </a:r>
            <a:endParaRPr sz="2500" dirty="0">
              <a:solidFill>
                <a:schemeClr val="dk1"/>
              </a:solidFill>
              <a:latin typeface="DM Serif Text"/>
              <a:ea typeface="DM Serif Text"/>
              <a:cs typeface="DM Serif Text"/>
              <a:sym typeface="DM Serif Text"/>
            </a:endParaRPr>
          </a:p>
        </p:txBody>
      </p:sp>
      <p:sp>
        <p:nvSpPr>
          <p:cNvPr id="1274" name="Google Shape;1274;p56"/>
          <p:cNvSpPr/>
          <p:nvPr/>
        </p:nvSpPr>
        <p:spPr>
          <a:xfrm flipH="1">
            <a:off x="4114800" y="2418225"/>
            <a:ext cx="914400" cy="91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  <a:latin typeface="DM Serif Text"/>
              <a:ea typeface="DM Serif Text"/>
              <a:cs typeface="DM Serif Text"/>
              <a:sym typeface="DM Serif Text"/>
            </a:endParaRPr>
          </a:p>
        </p:txBody>
      </p:sp>
      <p:sp>
        <p:nvSpPr>
          <p:cNvPr id="1275" name="Google Shape;1275;p56"/>
          <p:cNvSpPr txBox="1">
            <a:spLocks noGrp="1"/>
          </p:cNvSpPr>
          <p:nvPr>
            <p:ph type="title"/>
          </p:nvPr>
        </p:nvSpPr>
        <p:spPr>
          <a:xfrm>
            <a:off x="713225" y="427450"/>
            <a:ext cx="7717500" cy="45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Challenges of SME</a:t>
            </a:r>
            <a:endParaRPr dirty="0"/>
          </a:p>
        </p:txBody>
      </p:sp>
      <p:sp>
        <p:nvSpPr>
          <p:cNvPr id="1276" name="Google Shape;1276;p56"/>
          <p:cNvSpPr/>
          <p:nvPr/>
        </p:nvSpPr>
        <p:spPr>
          <a:xfrm>
            <a:off x="4329691" y="2633106"/>
            <a:ext cx="484618" cy="484639"/>
          </a:xfrm>
          <a:custGeom>
            <a:avLst/>
            <a:gdLst/>
            <a:ahLst/>
            <a:cxnLst/>
            <a:rect l="l" t="t" r="r" b="b"/>
            <a:pathLst>
              <a:path w="15832" h="15803" extrusionOk="0">
                <a:moveTo>
                  <a:pt x="6831" y="1997"/>
                </a:moveTo>
                <a:cubicBezTo>
                  <a:pt x="7062" y="1997"/>
                  <a:pt x="7294" y="2200"/>
                  <a:pt x="7294" y="2460"/>
                </a:cubicBezTo>
                <a:lnTo>
                  <a:pt x="7294" y="3039"/>
                </a:lnTo>
                <a:cubicBezTo>
                  <a:pt x="7294" y="3300"/>
                  <a:pt x="7062" y="3502"/>
                  <a:pt x="6831" y="3502"/>
                </a:cubicBezTo>
                <a:cubicBezTo>
                  <a:pt x="6570" y="3502"/>
                  <a:pt x="6368" y="3300"/>
                  <a:pt x="6368" y="3039"/>
                </a:cubicBezTo>
                <a:lnTo>
                  <a:pt x="6368" y="2460"/>
                </a:lnTo>
                <a:cubicBezTo>
                  <a:pt x="6368" y="2200"/>
                  <a:pt x="6570" y="1997"/>
                  <a:pt x="6831" y="1997"/>
                </a:cubicBezTo>
                <a:close/>
                <a:moveTo>
                  <a:pt x="8973" y="1997"/>
                </a:moveTo>
                <a:cubicBezTo>
                  <a:pt x="9204" y="1997"/>
                  <a:pt x="9436" y="2200"/>
                  <a:pt x="9436" y="2460"/>
                </a:cubicBezTo>
                <a:lnTo>
                  <a:pt x="9436" y="3039"/>
                </a:lnTo>
                <a:cubicBezTo>
                  <a:pt x="9436" y="3300"/>
                  <a:pt x="9204" y="3502"/>
                  <a:pt x="8973" y="3502"/>
                </a:cubicBezTo>
                <a:cubicBezTo>
                  <a:pt x="8712" y="3502"/>
                  <a:pt x="8510" y="3300"/>
                  <a:pt x="8510" y="3039"/>
                </a:cubicBezTo>
                <a:lnTo>
                  <a:pt x="8510" y="2460"/>
                </a:lnTo>
                <a:cubicBezTo>
                  <a:pt x="8510" y="2200"/>
                  <a:pt x="8712" y="1997"/>
                  <a:pt x="8973" y="1997"/>
                </a:cubicBezTo>
                <a:close/>
                <a:moveTo>
                  <a:pt x="6831" y="4226"/>
                </a:moveTo>
                <a:cubicBezTo>
                  <a:pt x="7062" y="4226"/>
                  <a:pt x="7294" y="4428"/>
                  <a:pt x="7294" y="4689"/>
                </a:cubicBezTo>
                <a:lnTo>
                  <a:pt x="7294" y="5268"/>
                </a:lnTo>
                <a:cubicBezTo>
                  <a:pt x="7294" y="5528"/>
                  <a:pt x="7062" y="5731"/>
                  <a:pt x="6831" y="5731"/>
                </a:cubicBezTo>
                <a:cubicBezTo>
                  <a:pt x="6570" y="5731"/>
                  <a:pt x="6368" y="5528"/>
                  <a:pt x="6368" y="5268"/>
                </a:cubicBezTo>
                <a:lnTo>
                  <a:pt x="6368" y="4689"/>
                </a:lnTo>
                <a:cubicBezTo>
                  <a:pt x="6368" y="4428"/>
                  <a:pt x="6570" y="4226"/>
                  <a:pt x="6831" y="4226"/>
                </a:cubicBezTo>
                <a:close/>
                <a:moveTo>
                  <a:pt x="8973" y="4226"/>
                </a:moveTo>
                <a:cubicBezTo>
                  <a:pt x="9204" y="4226"/>
                  <a:pt x="9436" y="4428"/>
                  <a:pt x="9436" y="4689"/>
                </a:cubicBezTo>
                <a:lnTo>
                  <a:pt x="9436" y="5268"/>
                </a:lnTo>
                <a:cubicBezTo>
                  <a:pt x="9436" y="5528"/>
                  <a:pt x="9204" y="5731"/>
                  <a:pt x="8973" y="5731"/>
                </a:cubicBezTo>
                <a:cubicBezTo>
                  <a:pt x="8712" y="5731"/>
                  <a:pt x="8510" y="5528"/>
                  <a:pt x="8510" y="5268"/>
                </a:cubicBezTo>
                <a:lnTo>
                  <a:pt x="8510" y="4689"/>
                </a:lnTo>
                <a:cubicBezTo>
                  <a:pt x="8510" y="4428"/>
                  <a:pt x="8712" y="4226"/>
                  <a:pt x="8973" y="4226"/>
                </a:cubicBezTo>
                <a:close/>
                <a:moveTo>
                  <a:pt x="6831" y="6454"/>
                </a:moveTo>
                <a:cubicBezTo>
                  <a:pt x="7062" y="6454"/>
                  <a:pt x="7294" y="6657"/>
                  <a:pt x="7294" y="6917"/>
                </a:cubicBezTo>
                <a:lnTo>
                  <a:pt x="7294" y="7525"/>
                </a:lnTo>
                <a:cubicBezTo>
                  <a:pt x="7294" y="7786"/>
                  <a:pt x="7062" y="7988"/>
                  <a:pt x="6831" y="7988"/>
                </a:cubicBezTo>
                <a:cubicBezTo>
                  <a:pt x="6570" y="7988"/>
                  <a:pt x="6368" y="7786"/>
                  <a:pt x="6368" y="7525"/>
                </a:cubicBezTo>
                <a:lnTo>
                  <a:pt x="6368" y="6917"/>
                </a:lnTo>
                <a:cubicBezTo>
                  <a:pt x="6368" y="6657"/>
                  <a:pt x="6570" y="6454"/>
                  <a:pt x="6831" y="6454"/>
                </a:cubicBezTo>
                <a:close/>
                <a:moveTo>
                  <a:pt x="8973" y="6454"/>
                </a:moveTo>
                <a:cubicBezTo>
                  <a:pt x="9204" y="6454"/>
                  <a:pt x="9436" y="6657"/>
                  <a:pt x="9436" y="6917"/>
                </a:cubicBezTo>
                <a:lnTo>
                  <a:pt x="9436" y="7525"/>
                </a:lnTo>
                <a:cubicBezTo>
                  <a:pt x="9436" y="7786"/>
                  <a:pt x="9204" y="7988"/>
                  <a:pt x="8973" y="7988"/>
                </a:cubicBezTo>
                <a:cubicBezTo>
                  <a:pt x="8712" y="7988"/>
                  <a:pt x="8510" y="7786"/>
                  <a:pt x="8510" y="7525"/>
                </a:cubicBezTo>
                <a:lnTo>
                  <a:pt x="8510" y="6917"/>
                </a:lnTo>
                <a:cubicBezTo>
                  <a:pt x="8510" y="6657"/>
                  <a:pt x="8712" y="6454"/>
                  <a:pt x="8973" y="6454"/>
                </a:cubicBezTo>
                <a:close/>
                <a:moveTo>
                  <a:pt x="9870" y="8538"/>
                </a:moveTo>
                <a:cubicBezTo>
                  <a:pt x="10130" y="8538"/>
                  <a:pt x="10333" y="8741"/>
                  <a:pt x="10333" y="9001"/>
                </a:cubicBezTo>
                <a:cubicBezTo>
                  <a:pt x="10333" y="9262"/>
                  <a:pt x="10130" y="9464"/>
                  <a:pt x="9870" y="9464"/>
                </a:cubicBezTo>
                <a:lnTo>
                  <a:pt x="5905" y="9464"/>
                </a:lnTo>
                <a:cubicBezTo>
                  <a:pt x="5644" y="9464"/>
                  <a:pt x="5442" y="9262"/>
                  <a:pt x="5442" y="9001"/>
                </a:cubicBezTo>
                <a:cubicBezTo>
                  <a:pt x="5442" y="8741"/>
                  <a:pt x="5644" y="8538"/>
                  <a:pt x="5905" y="8538"/>
                </a:cubicBezTo>
                <a:close/>
                <a:moveTo>
                  <a:pt x="10738" y="11288"/>
                </a:moveTo>
                <a:cubicBezTo>
                  <a:pt x="10999" y="11288"/>
                  <a:pt x="11230" y="11519"/>
                  <a:pt x="11230" y="11780"/>
                </a:cubicBezTo>
                <a:lnTo>
                  <a:pt x="11230" y="13285"/>
                </a:lnTo>
                <a:cubicBezTo>
                  <a:pt x="11230" y="13545"/>
                  <a:pt x="10999" y="13748"/>
                  <a:pt x="10738" y="13748"/>
                </a:cubicBezTo>
                <a:lnTo>
                  <a:pt x="9002" y="13748"/>
                </a:lnTo>
                <a:cubicBezTo>
                  <a:pt x="8741" y="13748"/>
                  <a:pt x="8538" y="13545"/>
                  <a:pt x="8538" y="13285"/>
                </a:cubicBezTo>
                <a:lnTo>
                  <a:pt x="8538" y="11780"/>
                </a:lnTo>
                <a:cubicBezTo>
                  <a:pt x="8538" y="11519"/>
                  <a:pt x="8741" y="11288"/>
                  <a:pt x="9002" y="11288"/>
                </a:cubicBezTo>
                <a:close/>
                <a:moveTo>
                  <a:pt x="6281" y="11288"/>
                </a:moveTo>
                <a:cubicBezTo>
                  <a:pt x="6570" y="11288"/>
                  <a:pt x="6831" y="11548"/>
                  <a:pt x="6831" y="11838"/>
                </a:cubicBezTo>
                <a:lnTo>
                  <a:pt x="6831" y="14877"/>
                </a:lnTo>
                <a:lnTo>
                  <a:pt x="5181" y="14877"/>
                </a:lnTo>
                <a:lnTo>
                  <a:pt x="5181" y="11838"/>
                </a:lnTo>
                <a:cubicBezTo>
                  <a:pt x="5181" y="11548"/>
                  <a:pt x="5442" y="11288"/>
                  <a:pt x="5731" y="11288"/>
                </a:cubicBezTo>
                <a:close/>
                <a:moveTo>
                  <a:pt x="4892" y="0"/>
                </a:moveTo>
                <a:cubicBezTo>
                  <a:pt x="4313" y="0"/>
                  <a:pt x="3821" y="463"/>
                  <a:pt x="3821" y="1042"/>
                </a:cubicBezTo>
                <a:lnTo>
                  <a:pt x="3821" y="6483"/>
                </a:lnTo>
                <a:lnTo>
                  <a:pt x="3531" y="6483"/>
                </a:lnTo>
                <a:cubicBezTo>
                  <a:pt x="2895" y="6483"/>
                  <a:pt x="2403" y="6975"/>
                  <a:pt x="2403" y="7612"/>
                </a:cubicBezTo>
                <a:lnTo>
                  <a:pt x="2403" y="14877"/>
                </a:lnTo>
                <a:lnTo>
                  <a:pt x="463" y="14877"/>
                </a:lnTo>
                <a:cubicBezTo>
                  <a:pt x="203" y="14877"/>
                  <a:pt x="0" y="15079"/>
                  <a:pt x="0" y="15340"/>
                </a:cubicBezTo>
                <a:cubicBezTo>
                  <a:pt x="0" y="15600"/>
                  <a:pt x="203" y="15803"/>
                  <a:pt x="463" y="15803"/>
                </a:cubicBezTo>
                <a:lnTo>
                  <a:pt x="15340" y="15803"/>
                </a:lnTo>
                <a:cubicBezTo>
                  <a:pt x="15600" y="15803"/>
                  <a:pt x="15803" y="15600"/>
                  <a:pt x="15803" y="15340"/>
                </a:cubicBezTo>
                <a:cubicBezTo>
                  <a:pt x="15832" y="15108"/>
                  <a:pt x="15600" y="14877"/>
                  <a:pt x="15340" y="14877"/>
                </a:cubicBezTo>
                <a:lnTo>
                  <a:pt x="13603" y="14877"/>
                </a:lnTo>
                <a:lnTo>
                  <a:pt x="13603" y="9551"/>
                </a:lnTo>
                <a:cubicBezTo>
                  <a:pt x="13603" y="8943"/>
                  <a:pt x="13111" y="8480"/>
                  <a:pt x="12533" y="8480"/>
                </a:cubicBezTo>
                <a:lnTo>
                  <a:pt x="11983" y="8480"/>
                </a:lnTo>
                <a:lnTo>
                  <a:pt x="11983" y="1042"/>
                </a:lnTo>
                <a:cubicBezTo>
                  <a:pt x="11983" y="463"/>
                  <a:pt x="11520" y="0"/>
                  <a:pt x="109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263;p56">
            <a:extLst>
              <a:ext uri="{FF2B5EF4-FFF2-40B4-BE49-F238E27FC236}">
                <a16:creationId xmlns:a16="http://schemas.microsoft.com/office/drawing/2014/main" id="{D110E413-064F-A587-AD4F-419A93B038E4}"/>
              </a:ext>
            </a:extLst>
          </p:cNvPr>
          <p:cNvSpPr txBox="1"/>
          <p:nvPr/>
        </p:nvSpPr>
        <p:spPr>
          <a:xfrm>
            <a:off x="720666" y="3938697"/>
            <a:ext cx="2784539" cy="510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rPr>
              <a:t>Lack of Manpower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5" name="Google Shape;1185;p53"/>
          <p:cNvGrpSpPr/>
          <p:nvPr/>
        </p:nvGrpSpPr>
        <p:grpSpPr>
          <a:xfrm>
            <a:off x="5517000" y="1343212"/>
            <a:ext cx="2564100" cy="3218563"/>
            <a:chOff x="5517000" y="1343212"/>
            <a:chExt cx="2564100" cy="3218563"/>
          </a:xfrm>
        </p:grpSpPr>
        <p:sp>
          <p:nvSpPr>
            <p:cNvPr id="1186" name="Google Shape;1186;p53"/>
            <p:cNvSpPr/>
            <p:nvPr/>
          </p:nvSpPr>
          <p:spPr>
            <a:xfrm>
              <a:off x="6676242" y="2603999"/>
              <a:ext cx="246626" cy="205694"/>
            </a:xfrm>
            <a:custGeom>
              <a:avLst/>
              <a:gdLst/>
              <a:ahLst/>
              <a:cxnLst/>
              <a:rect l="l" t="t" r="r" b="b"/>
              <a:pathLst>
                <a:path w="10478" h="8739" extrusionOk="0">
                  <a:moveTo>
                    <a:pt x="0" y="8311"/>
                  </a:moveTo>
                  <a:lnTo>
                    <a:pt x="2238" y="3881"/>
                  </a:lnTo>
                  <a:lnTo>
                    <a:pt x="5144" y="0"/>
                  </a:lnTo>
                  <a:lnTo>
                    <a:pt x="8620" y="4501"/>
                  </a:lnTo>
                  <a:lnTo>
                    <a:pt x="10478" y="8287"/>
                  </a:lnTo>
                  <a:lnTo>
                    <a:pt x="5406" y="87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187" name="Google Shape;1187;p53"/>
            <p:cNvSpPr/>
            <p:nvPr/>
          </p:nvSpPr>
          <p:spPr>
            <a:xfrm>
              <a:off x="6066427" y="1343212"/>
              <a:ext cx="1465200" cy="1465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53"/>
            <p:cNvSpPr/>
            <p:nvPr/>
          </p:nvSpPr>
          <p:spPr>
            <a:xfrm>
              <a:off x="5517000" y="2354803"/>
              <a:ext cx="1465200" cy="1465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53"/>
            <p:cNvSpPr/>
            <p:nvPr/>
          </p:nvSpPr>
          <p:spPr>
            <a:xfrm>
              <a:off x="6615854" y="2354803"/>
              <a:ext cx="1465200" cy="1465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53"/>
            <p:cNvSpPr txBox="1"/>
            <p:nvPr/>
          </p:nvSpPr>
          <p:spPr>
            <a:xfrm>
              <a:off x="6503377" y="1858537"/>
              <a:ext cx="5913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DM Serif Text"/>
                  <a:ea typeface="DM Serif Text"/>
                  <a:cs typeface="DM Serif Text"/>
                  <a:sym typeface="DM Serif Text"/>
                </a:rPr>
                <a:t>1</a:t>
              </a:r>
              <a:endParaRPr sz="2000" dirty="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endParaRPr>
            </a:p>
          </p:txBody>
        </p:sp>
        <p:sp>
          <p:nvSpPr>
            <p:cNvPr id="1191" name="Google Shape;1191;p53"/>
            <p:cNvSpPr txBox="1"/>
            <p:nvPr/>
          </p:nvSpPr>
          <p:spPr>
            <a:xfrm>
              <a:off x="5875075" y="2983861"/>
              <a:ext cx="5913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DM Serif Text"/>
                  <a:ea typeface="DM Serif Text"/>
                  <a:cs typeface="DM Serif Text"/>
                  <a:sym typeface="DM Serif Text"/>
                </a:rPr>
                <a:t>2</a:t>
              </a:r>
              <a:endParaRPr sz="2000" dirty="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endParaRPr>
            </a:p>
          </p:txBody>
        </p:sp>
        <p:sp>
          <p:nvSpPr>
            <p:cNvPr id="1192" name="Google Shape;1192;p53"/>
            <p:cNvSpPr txBox="1"/>
            <p:nvPr/>
          </p:nvSpPr>
          <p:spPr>
            <a:xfrm>
              <a:off x="7132755" y="2983861"/>
              <a:ext cx="5913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DM Serif Text"/>
                  <a:ea typeface="DM Serif Text"/>
                  <a:cs typeface="DM Serif Text"/>
                  <a:sym typeface="DM Serif Text"/>
                </a:rPr>
                <a:t>3</a:t>
              </a:r>
              <a:endParaRPr sz="2000" dirty="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endParaRPr>
            </a:p>
          </p:txBody>
        </p:sp>
        <p:sp>
          <p:nvSpPr>
            <p:cNvPr id="1193" name="Google Shape;1193;p53"/>
            <p:cNvSpPr/>
            <p:nvPr/>
          </p:nvSpPr>
          <p:spPr>
            <a:xfrm>
              <a:off x="5517000" y="4172375"/>
              <a:ext cx="2564100" cy="389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53"/>
            <p:cNvSpPr txBox="1"/>
            <p:nvPr/>
          </p:nvSpPr>
          <p:spPr>
            <a:xfrm>
              <a:off x="6020925" y="4243025"/>
              <a:ext cx="1556100" cy="24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50" dirty="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  <p:cxnSp>
          <p:nvCxnSpPr>
            <p:cNvPr id="1195" name="Google Shape;1195;p53"/>
            <p:cNvCxnSpPr>
              <a:stCxn id="1193" idx="0"/>
            </p:cNvCxnSpPr>
            <p:nvPr/>
          </p:nvCxnSpPr>
          <p:spPr>
            <a:xfrm rot="10800000">
              <a:off x="6799050" y="2813075"/>
              <a:ext cx="0" cy="1359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97" name="Google Shape;1197;p53"/>
          <p:cNvSpPr txBox="1"/>
          <p:nvPr/>
        </p:nvSpPr>
        <p:spPr>
          <a:xfrm>
            <a:off x="1982756" y="1344647"/>
            <a:ext cx="3022796" cy="3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rPr>
              <a:t>Easy Loan &amp; Micro-Finance, SME loan</a:t>
            </a:r>
            <a:endParaRPr sz="2500" dirty="0">
              <a:solidFill>
                <a:schemeClr val="dk1"/>
              </a:solidFill>
              <a:latin typeface="DM Serif Text"/>
              <a:ea typeface="DM Serif Text"/>
              <a:cs typeface="DM Serif Text"/>
              <a:sym typeface="DM Serif Text"/>
            </a:endParaRPr>
          </a:p>
        </p:txBody>
      </p:sp>
      <p:sp>
        <p:nvSpPr>
          <p:cNvPr id="1198" name="Google Shape;1198;p53"/>
          <p:cNvSpPr/>
          <p:nvPr/>
        </p:nvSpPr>
        <p:spPr>
          <a:xfrm>
            <a:off x="1062900" y="1334925"/>
            <a:ext cx="777300" cy="777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DM Serif Text"/>
                <a:ea typeface="DM Serif Text"/>
                <a:cs typeface="DM Serif Text"/>
                <a:sym typeface="DM Serif Text"/>
              </a:rPr>
              <a:t>1</a:t>
            </a:r>
            <a:endParaRPr sz="2500" dirty="0">
              <a:solidFill>
                <a:schemeClr val="lt1"/>
              </a:solidFill>
              <a:latin typeface="DM Serif Text"/>
              <a:ea typeface="DM Serif Text"/>
              <a:cs typeface="DM Serif Text"/>
              <a:sym typeface="DM Serif Text"/>
            </a:endParaRPr>
          </a:p>
        </p:txBody>
      </p:sp>
      <p:sp>
        <p:nvSpPr>
          <p:cNvPr id="1200" name="Google Shape;1200;p53"/>
          <p:cNvSpPr txBox="1"/>
          <p:nvPr/>
        </p:nvSpPr>
        <p:spPr>
          <a:xfrm>
            <a:off x="1873331" y="4028909"/>
            <a:ext cx="3452315" cy="3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rPr>
              <a:t>Government Support</a:t>
            </a:r>
            <a:endParaRPr sz="2500" dirty="0">
              <a:solidFill>
                <a:schemeClr val="dk1"/>
              </a:solidFill>
              <a:latin typeface="DM Serif Text"/>
              <a:ea typeface="DM Serif Text"/>
              <a:cs typeface="DM Serif Text"/>
              <a:sym typeface="DM Serif Text"/>
            </a:endParaRPr>
          </a:p>
        </p:txBody>
      </p:sp>
      <p:sp>
        <p:nvSpPr>
          <p:cNvPr id="1201" name="Google Shape;1201;p53"/>
          <p:cNvSpPr/>
          <p:nvPr/>
        </p:nvSpPr>
        <p:spPr>
          <a:xfrm>
            <a:off x="1062900" y="3784475"/>
            <a:ext cx="777300" cy="777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DM Serif Text"/>
                <a:ea typeface="DM Serif Text"/>
                <a:cs typeface="DM Serif Text"/>
                <a:sym typeface="DM Serif Text"/>
              </a:rPr>
              <a:t>3</a:t>
            </a:r>
            <a:endParaRPr sz="2500" dirty="0">
              <a:solidFill>
                <a:schemeClr val="lt1"/>
              </a:solidFill>
              <a:latin typeface="DM Serif Text"/>
              <a:ea typeface="DM Serif Text"/>
              <a:cs typeface="DM Serif Text"/>
              <a:sym typeface="DM Serif Text"/>
            </a:endParaRPr>
          </a:p>
        </p:txBody>
      </p:sp>
      <p:sp>
        <p:nvSpPr>
          <p:cNvPr id="1203" name="Google Shape;1203;p53"/>
          <p:cNvSpPr txBox="1"/>
          <p:nvPr/>
        </p:nvSpPr>
        <p:spPr>
          <a:xfrm>
            <a:off x="1822286" y="2851045"/>
            <a:ext cx="3991385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rPr>
              <a:t>Training &amp; Development</a:t>
            </a:r>
            <a:endParaRPr sz="2500" dirty="0">
              <a:solidFill>
                <a:schemeClr val="dk1"/>
              </a:solidFill>
              <a:latin typeface="DM Serif Text"/>
              <a:ea typeface="DM Serif Text"/>
              <a:cs typeface="DM Serif Text"/>
              <a:sym typeface="DM Serif Text"/>
            </a:endParaRPr>
          </a:p>
        </p:txBody>
      </p:sp>
      <p:sp>
        <p:nvSpPr>
          <p:cNvPr id="1204" name="Google Shape;1204;p53"/>
          <p:cNvSpPr/>
          <p:nvPr/>
        </p:nvSpPr>
        <p:spPr>
          <a:xfrm>
            <a:off x="1062900" y="2559700"/>
            <a:ext cx="777300" cy="777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DM Serif Text"/>
                <a:ea typeface="DM Serif Text"/>
                <a:cs typeface="DM Serif Text"/>
                <a:sym typeface="DM Serif Text"/>
              </a:rPr>
              <a:t>2</a:t>
            </a:r>
            <a:endParaRPr sz="2500" dirty="0">
              <a:solidFill>
                <a:schemeClr val="lt1"/>
              </a:solidFill>
              <a:latin typeface="DM Serif Text"/>
              <a:ea typeface="DM Serif Text"/>
              <a:cs typeface="DM Serif Text"/>
              <a:sym typeface="DM Serif Text"/>
            </a:endParaRPr>
          </a:p>
        </p:txBody>
      </p:sp>
      <p:sp>
        <p:nvSpPr>
          <p:cNvPr id="1205" name="Google Shape;1205;p53"/>
          <p:cNvSpPr txBox="1">
            <a:spLocks noGrp="1"/>
          </p:cNvSpPr>
          <p:nvPr>
            <p:ph type="title"/>
          </p:nvPr>
        </p:nvSpPr>
        <p:spPr>
          <a:xfrm>
            <a:off x="713225" y="427450"/>
            <a:ext cx="7717500" cy="45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Overcome Strategies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5" name="Google Shape;1185;p53"/>
          <p:cNvGrpSpPr/>
          <p:nvPr/>
        </p:nvGrpSpPr>
        <p:grpSpPr>
          <a:xfrm>
            <a:off x="5517000" y="1343212"/>
            <a:ext cx="2564100" cy="3218563"/>
            <a:chOff x="5517000" y="1343212"/>
            <a:chExt cx="2564100" cy="3218563"/>
          </a:xfrm>
        </p:grpSpPr>
        <p:sp>
          <p:nvSpPr>
            <p:cNvPr id="1186" name="Google Shape;1186;p53"/>
            <p:cNvSpPr/>
            <p:nvPr/>
          </p:nvSpPr>
          <p:spPr>
            <a:xfrm>
              <a:off x="6676242" y="2603999"/>
              <a:ext cx="246626" cy="205694"/>
            </a:xfrm>
            <a:custGeom>
              <a:avLst/>
              <a:gdLst/>
              <a:ahLst/>
              <a:cxnLst/>
              <a:rect l="l" t="t" r="r" b="b"/>
              <a:pathLst>
                <a:path w="10478" h="8739" extrusionOk="0">
                  <a:moveTo>
                    <a:pt x="0" y="8311"/>
                  </a:moveTo>
                  <a:lnTo>
                    <a:pt x="2238" y="3881"/>
                  </a:lnTo>
                  <a:lnTo>
                    <a:pt x="5144" y="0"/>
                  </a:lnTo>
                  <a:lnTo>
                    <a:pt x="8620" y="4501"/>
                  </a:lnTo>
                  <a:lnTo>
                    <a:pt x="10478" y="8287"/>
                  </a:lnTo>
                  <a:lnTo>
                    <a:pt x="5406" y="87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187" name="Google Shape;1187;p53"/>
            <p:cNvSpPr/>
            <p:nvPr/>
          </p:nvSpPr>
          <p:spPr>
            <a:xfrm>
              <a:off x="6066427" y="1343212"/>
              <a:ext cx="1465200" cy="1465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53"/>
            <p:cNvSpPr/>
            <p:nvPr/>
          </p:nvSpPr>
          <p:spPr>
            <a:xfrm>
              <a:off x="5517000" y="2354803"/>
              <a:ext cx="1465200" cy="1465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53"/>
            <p:cNvSpPr/>
            <p:nvPr/>
          </p:nvSpPr>
          <p:spPr>
            <a:xfrm>
              <a:off x="6615854" y="2354803"/>
              <a:ext cx="1465200" cy="1465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53"/>
            <p:cNvSpPr txBox="1"/>
            <p:nvPr/>
          </p:nvSpPr>
          <p:spPr>
            <a:xfrm>
              <a:off x="6503377" y="1858537"/>
              <a:ext cx="5913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DM Serif Text"/>
                  <a:ea typeface="DM Serif Text"/>
                  <a:cs typeface="DM Serif Text"/>
                  <a:sym typeface="DM Serif Text"/>
                </a:rPr>
                <a:t>4</a:t>
              </a:r>
              <a:endParaRPr sz="2000" dirty="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endParaRPr>
            </a:p>
          </p:txBody>
        </p:sp>
        <p:sp>
          <p:nvSpPr>
            <p:cNvPr id="1191" name="Google Shape;1191;p53"/>
            <p:cNvSpPr txBox="1"/>
            <p:nvPr/>
          </p:nvSpPr>
          <p:spPr>
            <a:xfrm>
              <a:off x="5875075" y="2983861"/>
              <a:ext cx="5913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DM Serif Text"/>
                  <a:ea typeface="DM Serif Text"/>
                  <a:cs typeface="DM Serif Text"/>
                  <a:sym typeface="DM Serif Text"/>
                </a:rPr>
                <a:t>5</a:t>
              </a:r>
              <a:endParaRPr sz="2000" dirty="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endParaRPr>
            </a:p>
          </p:txBody>
        </p:sp>
        <p:sp>
          <p:nvSpPr>
            <p:cNvPr id="1192" name="Google Shape;1192;p53"/>
            <p:cNvSpPr txBox="1"/>
            <p:nvPr/>
          </p:nvSpPr>
          <p:spPr>
            <a:xfrm>
              <a:off x="7132755" y="2983861"/>
              <a:ext cx="5913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DM Serif Text"/>
                  <a:ea typeface="DM Serif Text"/>
                  <a:cs typeface="DM Serif Text"/>
                  <a:sym typeface="DM Serif Text"/>
                </a:rPr>
                <a:t>6</a:t>
              </a:r>
              <a:endParaRPr sz="2000" dirty="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endParaRPr>
            </a:p>
          </p:txBody>
        </p:sp>
        <p:sp>
          <p:nvSpPr>
            <p:cNvPr id="1193" name="Google Shape;1193;p53"/>
            <p:cNvSpPr/>
            <p:nvPr/>
          </p:nvSpPr>
          <p:spPr>
            <a:xfrm>
              <a:off x="5517000" y="4172375"/>
              <a:ext cx="2564100" cy="389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53"/>
            <p:cNvSpPr txBox="1"/>
            <p:nvPr/>
          </p:nvSpPr>
          <p:spPr>
            <a:xfrm>
              <a:off x="6020925" y="4243025"/>
              <a:ext cx="1556100" cy="24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50" dirty="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  <p:cxnSp>
          <p:nvCxnSpPr>
            <p:cNvPr id="1195" name="Google Shape;1195;p53"/>
            <p:cNvCxnSpPr>
              <a:stCxn id="1193" idx="0"/>
            </p:cNvCxnSpPr>
            <p:nvPr/>
          </p:nvCxnSpPr>
          <p:spPr>
            <a:xfrm rot="10800000">
              <a:off x="6799050" y="2813075"/>
              <a:ext cx="0" cy="1359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97" name="Google Shape;1197;p53"/>
          <p:cNvSpPr txBox="1"/>
          <p:nvPr/>
        </p:nvSpPr>
        <p:spPr>
          <a:xfrm>
            <a:off x="1873331" y="1443326"/>
            <a:ext cx="3661299" cy="3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rPr>
              <a:t>Digital Marketing, Technology Adoption</a:t>
            </a:r>
            <a:endParaRPr sz="2500" dirty="0">
              <a:solidFill>
                <a:schemeClr val="dk1"/>
              </a:solidFill>
              <a:latin typeface="DM Serif Text"/>
              <a:ea typeface="DM Serif Text"/>
              <a:cs typeface="DM Serif Text"/>
              <a:sym typeface="DM Serif Text"/>
            </a:endParaRPr>
          </a:p>
        </p:txBody>
      </p:sp>
      <p:sp>
        <p:nvSpPr>
          <p:cNvPr id="1198" name="Google Shape;1198;p53"/>
          <p:cNvSpPr/>
          <p:nvPr/>
        </p:nvSpPr>
        <p:spPr>
          <a:xfrm>
            <a:off x="1062900" y="1334925"/>
            <a:ext cx="777300" cy="777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DM Serif Text"/>
                <a:ea typeface="DM Serif Text"/>
                <a:cs typeface="DM Serif Text"/>
                <a:sym typeface="DM Serif Text"/>
              </a:rPr>
              <a:t>1</a:t>
            </a:r>
            <a:endParaRPr sz="2500" dirty="0">
              <a:solidFill>
                <a:schemeClr val="lt1"/>
              </a:solidFill>
              <a:latin typeface="DM Serif Text"/>
              <a:ea typeface="DM Serif Text"/>
              <a:cs typeface="DM Serif Text"/>
              <a:sym typeface="DM Serif Text"/>
            </a:endParaRPr>
          </a:p>
        </p:txBody>
      </p:sp>
      <p:sp>
        <p:nvSpPr>
          <p:cNvPr id="1200" name="Google Shape;1200;p53"/>
          <p:cNvSpPr txBox="1"/>
          <p:nvPr/>
        </p:nvSpPr>
        <p:spPr>
          <a:xfrm>
            <a:off x="1873331" y="3855508"/>
            <a:ext cx="3452315" cy="3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rPr>
              <a:t>Access to International Market</a:t>
            </a:r>
            <a:endParaRPr sz="2500" dirty="0">
              <a:solidFill>
                <a:schemeClr val="dk1"/>
              </a:solidFill>
              <a:latin typeface="DM Serif Text"/>
              <a:ea typeface="DM Serif Text"/>
              <a:cs typeface="DM Serif Text"/>
              <a:sym typeface="DM Serif Text"/>
            </a:endParaRPr>
          </a:p>
        </p:txBody>
      </p:sp>
      <p:sp>
        <p:nvSpPr>
          <p:cNvPr id="1201" name="Google Shape;1201;p53"/>
          <p:cNvSpPr/>
          <p:nvPr/>
        </p:nvSpPr>
        <p:spPr>
          <a:xfrm>
            <a:off x="1062900" y="3784475"/>
            <a:ext cx="777300" cy="777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DM Serif Text"/>
                <a:ea typeface="DM Serif Text"/>
                <a:cs typeface="DM Serif Text"/>
                <a:sym typeface="DM Serif Text"/>
              </a:rPr>
              <a:t>3</a:t>
            </a:r>
            <a:endParaRPr sz="2500" dirty="0">
              <a:solidFill>
                <a:schemeClr val="lt1"/>
              </a:solidFill>
              <a:latin typeface="DM Serif Text"/>
              <a:ea typeface="DM Serif Text"/>
              <a:cs typeface="DM Serif Text"/>
              <a:sym typeface="DM Serif Text"/>
            </a:endParaRPr>
          </a:p>
        </p:txBody>
      </p:sp>
      <p:sp>
        <p:nvSpPr>
          <p:cNvPr id="1203" name="Google Shape;1203;p53"/>
          <p:cNvSpPr txBox="1"/>
          <p:nvPr/>
        </p:nvSpPr>
        <p:spPr>
          <a:xfrm>
            <a:off x="1759872" y="2683917"/>
            <a:ext cx="3991385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rPr>
              <a:t>Women Entrepreneurship Promote</a:t>
            </a:r>
            <a:endParaRPr sz="2500" dirty="0">
              <a:solidFill>
                <a:schemeClr val="dk1"/>
              </a:solidFill>
              <a:latin typeface="DM Serif Text"/>
              <a:ea typeface="DM Serif Text"/>
              <a:cs typeface="DM Serif Text"/>
              <a:sym typeface="DM Serif Text"/>
            </a:endParaRPr>
          </a:p>
        </p:txBody>
      </p:sp>
      <p:sp>
        <p:nvSpPr>
          <p:cNvPr id="1204" name="Google Shape;1204;p53"/>
          <p:cNvSpPr/>
          <p:nvPr/>
        </p:nvSpPr>
        <p:spPr>
          <a:xfrm>
            <a:off x="1062900" y="2559700"/>
            <a:ext cx="777300" cy="777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DM Serif Text"/>
                <a:ea typeface="DM Serif Text"/>
                <a:cs typeface="DM Serif Text"/>
                <a:sym typeface="DM Serif Text"/>
              </a:rPr>
              <a:t>2</a:t>
            </a:r>
            <a:endParaRPr sz="2500" dirty="0">
              <a:solidFill>
                <a:schemeClr val="lt1"/>
              </a:solidFill>
              <a:latin typeface="DM Serif Text"/>
              <a:ea typeface="DM Serif Text"/>
              <a:cs typeface="DM Serif Text"/>
              <a:sym typeface="DM Serif Text"/>
            </a:endParaRPr>
          </a:p>
        </p:txBody>
      </p:sp>
      <p:sp>
        <p:nvSpPr>
          <p:cNvPr id="1205" name="Google Shape;1205;p53"/>
          <p:cNvSpPr txBox="1">
            <a:spLocks noGrp="1"/>
          </p:cNvSpPr>
          <p:nvPr>
            <p:ph type="title"/>
          </p:nvPr>
        </p:nvSpPr>
        <p:spPr>
          <a:xfrm>
            <a:off x="713225" y="427450"/>
            <a:ext cx="7717500" cy="45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Overcome Strategies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8403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4"/>
          <p:cNvSpPr txBox="1">
            <a:spLocks noGrp="1"/>
          </p:cNvSpPr>
          <p:nvPr>
            <p:ph type="title"/>
          </p:nvPr>
        </p:nvSpPr>
        <p:spPr>
          <a:xfrm>
            <a:off x="381385" y="1323441"/>
            <a:ext cx="4928060" cy="1813231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“Every big company once started small. SMEs are the seeds of future corporations—your small idea today could be Bangladesh’s next success story.”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8" name="Google Shape;788;p44"/>
          <p:cNvSpPr/>
          <p:nvPr/>
        </p:nvSpPr>
        <p:spPr>
          <a:xfrm>
            <a:off x="8195697" y="482926"/>
            <a:ext cx="324632" cy="511681"/>
          </a:xfrm>
          <a:custGeom>
            <a:avLst/>
            <a:gdLst/>
            <a:ahLst/>
            <a:cxnLst/>
            <a:rect l="l" t="t" r="r" b="b"/>
            <a:pathLst>
              <a:path w="16179" h="25498" extrusionOk="0">
                <a:moveTo>
                  <a:pt x="8087" y="1"/>
                </a:moveTo>
                <a:cubicBezTo>
                  <a:pt x="8069" y="1"/>
                  <a:pt x="8048" y="16"/>
                  <a:pt x="8038" y="47"/>
                </a:cubicBezTo>
                <a:cubicBezTo>
                  <a:pt x="7628" y="11283"/>
                  <a:pt x="7095" y="12042"/>
                  <a:pt x="42" y="12718"/>
                </a:cubicBezTo>
                <a:cubicBezTo>
                  <a:pt x="1" y="12718"/>
                  <a:pt x="1" y="12780"/>
                  <a:pt x="42" y="12780"/>
                </a:cubicBezTo>
                <a:cubicBezTo>
                  <a:pt x="7095" y="13457"/>
                  <a:pt x="7628" y="14215"/>
                  <a:pt x="8038" y="25452"/>
                </a:cubicBezTo>
                <a:cubicBezTo>
                  <a:pt x="8048" y="25482"/>
                  <a:pt x="8069" y="25498"/>
                  <a:pt x="8087" y="25498"/>
                </a:cubicBezTo>
                <a:cubicBezTo>
                  <a:pt x="8105" y="25498"/>
                  <a:pt x="8120" y="25482"/>
                  <a:pt x="8120" y="25452"/>
                </a:cubicBezTo>
                <a:cubicBezTo>
                  <a:pt x="8530" y="14215"/>
                  <a:pt x="9084" y="13457"/>
                  <a:pt x="16138" y="12780"/>
                </a:cubicBezTo>
                <a:cubicBezTo>
                  <a:pt x="16179" y="12780"/>
                  <a:pt x="16179" y="12718"/>
                  <a:pt x="16138" y="12718"/>
                </a:cubicBezTo>
                <a:cubicBezTo>
                  <a:pt x="9084" y="12042"/>
                  <a:pt x="8530" y="11283"/>
                  <a:pt x="8120" y="47"/>
                </a:cubicBezTo>
                <a:cubicBezTo>
                  <a:pt x="8120" y="16"/>
                  <a:pt x="8105" y="1"/>
                  <a:pt x="808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9" name="Google Shape;789;p44"/>
          <p:cNvGrpSpPr/>
          <p:nvPr/>
        </p:nvGrpSpPr>
        <p:grpSpPr>
          <a:xfrm>
            <a:off x="713225" y="668388"/>
            <a:ext cx="3921300" cy="629700"/>
            <a:chOff x="713225" y="668388"/>
            <a:chExt cx="3921300" cy="629700"/>
          </a:xfrm>
        </p:grpSpPr>
        <p:cxnSp>
          <p:nvCxnSpPr>
            <p:cNvPr id="790" name="Google Shape;790;p44"/>
            <p:cNvCxnSpPr/>
            <p:nvPr/>
          </p:nvCxnSpPr>
          <p:spPr>
            <a:xfrm rot="10800000">
              <a:off x="713225" y="1295700"/>
              <a:ext cx="3921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1" name="Google Shape;791;p44"/>
            <p:cNvCxnSpPr>
              <a:stCxn id="792" idx="0"/>
            </p:cNvCxnSpPr>
            <p:nvPr/>
          </p:nvCxnSpPr>
          <p:spPr>
            <a:xfrm>
              <a:off x="2673863" y="964188"/>
              <a:ext cx="0" cy="333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93" name="Google Shape;793;p44"/>
            <p:cNvGrpSpPr/>
            <p:nvPr/>
          </p:nvGrpSpPr>
          <p:grpSpPr>
            <a:xfrm rot="10800000">
              <a:off x="2378075" y="668388"/>
              <a:ext cx="591600" cy="295800"/>
              <a:chOff x="2196322" y="4573708"/>
              <a:chExt cx="591600" cy="295800"/>
            </a:xfrm>
          </p:grpSpPr>
          <p:sp>
            <p:nvSpPr>
              <p:cNvPr id="794" name="Google Shape;794;p44"/>
              <p:cNvSpPr/>
              <p:nvPr/>
            </p:nvSpPr>
            <p:spPr>
              <a:xfrm>
                <a:off x="2196322" y="4573708"/>
                <a:ext cx="295800" cy="295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44"/>
              <p:cNvSpPr/>
              <p:nvPr/>
            </p:nvSpPr>
            <p:spPr>
              <a:xfrm>
                <a:off x="2344233" y="4573708"/>
                <a:ext cx="295800" cy="295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44"/>
              <p:cNvSpPr/>
              <p:nvPr/>
            </p:nvSpPr>
            <p:spPr>
              <a:xfrm>
                <a:off x="2492122" y="4573708"/>
                <a:ext cx="295800" cy="295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96" name="Google Shape;796;p44"/>
          <p:cNvGrpSpPr/>
          <p:nvPr/>
        </p:nvGrpSpPr>
        <p:grpSpPr>
          <a:xfrm>
            <a:off x="5156370" y="1295698"/>
            <a:ext cx="3274400" cy="2750695"/>
            <a:chOff x="5156370" y="1295698"/>
            <a:chExt cx="3274400" cy="2750695"/>
          </a:xfrm>
        </p:grpSpPr>
        <p:sp>
          <p:nvSpPr>
            <p:cNvPr id="797" name="Google Shape;797;p44"/>
            <p:cNvSpPr/>
            <p:nvPr/>
          </p:nvSpPr>
          <p:spPr>
            <a:xfrm>
              <a:off x="7225893" y="1873836"/>
              <a:ext cx="113497" cy="116108"/>
            </a:xfrm>
            <a:custGeom>
              <a:avLst/>
              <a:gdLst/>
              <a:ahLst/>
              <a:cxnLst/>
              <a:rect l="l" t="t" r="r" b="b"/>
              <a:pathLst>
                <a:path w="1088" h="1113" extrusionOk="0">
                  <a:moveTo>
                    <a:pt x="411" y="1"/>
                  </a:moveTo>
                  <a:cubicBezTo>
                    <a:pt x="113" y="25"/>
                    <a:pt x="0" y="395"/>
                    <a:pt x="0" y="395"/>
                  </a:cubicBezTo>
                  <a:lnTo>
                    <a:pt x="677" y="1112"/>
                  </a:lnTo>
                  <a:cubicBezTo>
                    <a:pt x="959" y="1112"/>
                    <a:pt x="1087" y="742"/>
                    <a:pt x="1087" y="742"/>
                  </a:cubicBezTo>
                  <a:lnTo>
                    <a:pt x="411" y="1"/>
                  </a:lnTo>
                  <a:close/>
                </a:path>
              </a:pathLst>
            </a:custGeom>
            <a:solidFill>
              <a:srgbClr val="7FA889">
                <a:alpha val="26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4"/>
            <p:cNvSpPr/>
            <p:nvPr/>
          </p:nvSpPr>
          <p:spPr>
            <a:xfrm>
              <a:off x="7219947" y="1867994"/>
              <a:ext cx="125285" cy="128627"/>
            </a:xfrm>
            <a:custGeom>
              <a:avLst/>
              <a:gdLst/>
              <a:ahLst/>
              <a:cxnLst/>
              <a:rect l="l" t="t" r="r" b="b"/>
              <a:pathLst>
                <a:path w="1201" h="1233" fill="none" extrusionOk="0">
                  <a:moveTo>
                    <a:pt x="33" y="677"/>
                  </a:moveTo>
                  <a:cubicBezTo>
                    <a:pt x="57" y="999"/>
                    <a:pt x="339" y="1233"/>
                    <a:pt x="653" y="1192"/>
                  </a:cubicBezTo>
                  <a:cubicBezTo>
                    <a:pt x="967" y="1160"/>
                    <a:pt x="1201" y="870"/>
                    <a:pt x="1169" y="548"/>
                  </a:cubicBezTo>
                  <a:cubicBezTo>
                    <a:pt x="1144" y="226"/>
                    <a:pt x="862" y="0"/>
                    <a:pt x="548" y="33"/>
                  </a:cubicBezTo>
                  <a:cubicBezTo>
                    <a:pt x="234" y="73"/>
                    <a:pt x="1" y="363"/>
                    <a:pt x="33" y="677"/>
                  </a:cubicBezTo>
                  <a:close/>
                </a:path>
              </a:pathLst>
            </a:custGeom>
            <a:noFill/>
            <a:ln w="3225" cap="flat" cmpd="sng">
              <a:solidFill>
                <a:schemeClr val="dk1"/>
              </a:solidFill>
              <a:prstDash val="solid"/>
              <a:miter lim="805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9" name="Google Shape;799;p44"/>
            <p:cNvGrpSpPr/>
            <p:nvPr/>
          </p:nvGrpSpPr>
          <p:grpSpPr>
            <a:xfrm>
              <a:off x="5156370" y="1295698"/>
              <a:ext cx="3274400" cy="2750695"/>
              <a:chOff x="5018529" y="1138499"/>
              <a:chExt cx="3412255" cy="2866501"/>
            </a:xfrm>
          </p:grpSpPr>
          <p:sp>
            <p:nvSpPr>
              <p:cNvPr id="800" name="Google Shape;800;p44"/>
              <p:cNvSpPr/>
              <p:nvPr/>
            </p:nvSpPr>
            <p:spPr>
              <a:xfrm>
                <a:off x="5647734" y="2729489"/>
                <a:ext cx="228617" cy="1274871"/>
              </a:xfrm>
              <a:custGeom>
                <a:avLst/>
                <a:gdLst/>
                <a:ahLst/>
                <a:cxnLst/>
                <a:rect l="l" t="t" r="r" b="b"/>
                <a:pathLst>
                  <a:path w="2103" h="11727" extrusionOk="0">
                    <a:moveTo>
                      <a:pt x="1" y="0"/>
                    </a:moveTo>
                    <a:lnTo>
                      <a:pt x="1700" y="11727"/>
                    </a:lnTo>
                    <a:lnTo>
                      <a:pt x="2103" y="11727"/>
                    </a:lnTo>
                    <a:lnTo>
                      <a:pt x="9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44"/>
              <p:cNvSpPr/>
              <p:nvPr/>
            </p:nvSpPr>
            <p:spPr>
              <a:xfrm>
                <a:off x="7088200" y="2729490"/>
                <a:ext cx="228601" cy="1272262"/>
              </a:xfrm>
              <a:custGeom>
                <a:avLst/>
                <a:gdLst/>
                <a:ahLst/>
                <a:cxnLst/>
                <a:rect l="l" t="t" r="r" b="b"/>
                <a:pathLst>
                  <a:path w="2103" h="11727" extrusionOk="0">
                    <a:moveTo>
                      <a:pt x="1168" y="0"/>
                    </a:moveTo>
                    <a:lnTo>
                      <a:pt x="0" y="11727"/>
                    </a:lnTo>
                    <a:lnTo>
                      <a:pt x="403" y="11727"/>
                    </a:lnTo>
                    <a:lnTo>
                      <a:pt x="21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44"/>
              <p:cNvSpPr/>
              <p:nvPr/>
            </p:nvSpPr>
            <p:spPr>
              <a:xfrm>
                <a:off x="7747761" y="2729489"/>
                <a:ext cx="228617" cy="1274871"/>
              </a:xfrm>
              <a:custGeom>
                <a:avLst/>
                <a:gdLst/>
                <a:ahLst/>
                <a:cxnLst/>
                <a:rect l="l" t="t" r="r" b="b"/>
                <a:pathLst>
                  <a:path w="2103" h="11727" extrusionOk="0">
                    <a:moveTo>
                      <a:pt x="0" y="0"/>
                    </a:moveTo>
                    <a:lnTo>
                      <a:pt x="1700" y="11727"/>
                    </a:lnTo>
                    <a:lnTo>
                      <a:pt x="2102" y="11727"/>
                    </a:lnTo>
                    <a:lnTo>
                      <a:pt x="9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44"/>
              <p:cNvSpPr/>
              <p:nvPr/>
            </p:nvSpPr>
            <p:spPr>
              <a:xfrm>
                <a:off x="5018529" y="2729489"/>
                <a:ext cx="227747" cy="1274871"/>
              </a:xfrm>
              <a:custGeom>
                <a:avLst/>
                <a:gdLst/>
                <a:ahLst/>
                <a:cxnLst/>
                <a:rect l="l" t="t" r="r" b="b"/>
                <a:pathLst>
                  <a:path w="2095" h="11727" extrusionOk="0">
                    <a:moveTo>
                      <a:pt x="1168" y="0"/>
                    </a:moveTo>
                    <a:lnTo>
                      <a:pt x="0" y="11727"/>
                    </a:lnTo>
                    <a:lnTo>
                      <a:pt x="403" y="11727"/>
                    </a:lnTo>
                    <a:lnTo>
                      <a:pt x="209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44"/>
              <p:cNvSpPr/>
              <p:nvPr/>
            </p:nvSpPr>
            <p:spPr>
              <a:xfrm>
                <a:off x="5139273" y="2667315"/>
                <a:ext cx="2807266" cy="124476"/>
              </a:xfrm>
              <a:custGeom>
                <a:avLst/>
                <a:gdLst/>
                <a:ahLst/>
                <a:cxnLst/>
                <a:rect l="l" t="t" r="r" b="b"/>
                <a:pathLst>
                  <a:path w="29832" h="1145" extrusionOk="0">
                    <a:moveTo>
                      <a:pt x="0" y="1"/>
                    </a:moveTo>
                    <a:lnTo>
                      <a:pt x="0" y="1144"/>
                    </a:lnTo>
                    <a:lnTo>
                      <a:pt x="29832" y="1144"/>
                    </a:lnTo>
                    <a:lnTo>
                      <a:pt x="2983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44"/>
              <p:cNvSpPr/>
              <p:nvPr/>
            </p:nvSpPr>
            <p:spPr>
              <a:xfrm>
                <a:off x="6261029" y="2219959"/>
                <a:ext cx="711942" cy="410716"/>
              </a:xfrm>
              <a:custGeom>
                <a:avLst/>
                <a:gdLst/>
                <a:ahLst/>
                <a:cxnLst/>
                <a:rect l="l" t="t" r="r" b="b"/>
                <a:pathLst>
                  <a:path w="6549" h="3778" extrusionOk="0">
                    <a:moveTo>
                      <a:pt x="291" y="0"/>
                    </a:moveTo>
                    <a:cubicBezTo>
                      <a:pt x="130" y="0"/>
                      <a:pt x="1" y="153"/>
                      <a:pt x="41" y="314"/>
                    </a:cubicBezTo>
                    <a:lnTo>
                      <a:pt x="1330" y="3777"/>
                    </a:lnTo>
                    <a:lnTo>
                      <a:pt x="6549" y="3777"/>
                    </a:lnTo>
                    <a:lnTo>
                      <a:pt x="5196" y="282"/>
                    </a:lnTo>
                    <a:cubicBezTo>
                      <a:pt x="5155" y="121"/>
                      <a:pt x="5010" y="0"/>
                      <a:pt x="48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44"/>
              <p:cNvSpPr/>
              <p:nvPr/>
            </p:nvSpPr>
            <p:spPr>
              <a:xfrm>
                <a:off x="6405500" y="2629715"/>
                <a:ext cx="578881" cy="37700"/>
              </a:xfrm>
              <a:custGeom>
                <a:avLst/>
                <a:gdLst/>
                <a:ahLst/>
                <a:cxnLst/>
                <a:rect l="l" t="t" r="r" b="b"/>
                <a:pathLst>
                  <a:path w="5325" h="339" extrusionOk="0">
                    <a:moveTo>
                      <a:pt x="1" y="0"/>
                    </a:moveTo>
                    <a:lnTo>
                      <a:pt x="1" y="65"/>
                    </a:lnTo>
                    <a:cubicBezTo>
                      <a:pt x="1" y="218"/>
                      <a:pt x="130" y="339"/>
                      <a:pt x="275" y="339"/>
                    </a:cubicBezTo>
                    <a:lnTo>
                      <a:pt x="5220" y="339"/>
                    </a:lnTo>
                    <a:lnTo>
                      <a:pt x="53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44"/>
              <p:cNvSpPr/>
              <p:nvPr/>
            </p:nvSpPr>
            <p:spPr>
              <a:xfrm>
                <a:off x="6972869" y="2630562"/>
                <a:ext cx="293408" cy="36854"/>
              </a:xfrm>
              <a:custGeom>
                <a:avLst/>
                <a:gdLst/>
                <a:ahLst/>
                <a:cxnLst/>
                <a:rect l="l" t="t" r="r" b="b"/>
                <a:pathLst>
                  <a:path w="2699" h="339" extrusionOk="0">
                    <a:moveTo>
                      <a:pt x="1" y="0"/>
                    </a:moveTo>
                    <a:lnTo>
                      <a:pt x="1" y="339"/>
                    </a:lnTo>
                    <a:lnTo>
                      <a:pt x="2699" y="339"/>
                    </a:lnTo>
                    <a:cubicBezTo>
                      <a:pt x="2699" y="153"/>
                      <a:pt x="2554" y="0"/>
                      <a:pt x="2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44"/>
              <p:cNvSpPr/>
              <p:nvPr/>
            </p:nvSpPr>
            <p:spPr>
              <a:xfrm>
                <a:off x="6332018" y="2267249"/>
                <a:ext cx="570945" cy="323094"/>
              </a:xfrm>
              <a:custGeom>
                <a:avLst/>
                <a:gdLst/>
                <a:ahLst/>
                <a:cxnLst/>
                <a:rect l="l" t="t" r="r" b="b"/>
                <a:pathLst>
                  <a:path w="5252" h="2972" extrusionOk="0">
                    <a:moveTo>
                      <a:pt x="0" y="0"/>
                    </a:moveTo>
                    <a:lnTo>
                      <a:pt x="1071" y="2972"/>
                    </a:lnTo>
                    <a:lnTo>
                      <a:pt x="5251" y="2972"/>
                    </a:lnTo>
                    <a:lnTo>
                      <a:pt x="41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44"/>
              <p:cNvSpPr/>
              <p:nvPr/>
            </p:nvSpPr>
            <p:spPr>
              <a:xfrm>
                <a:off x="6505303" y="2353892"/>
                <a:ext cx="240032" cy="134912"/>
              </a:xfrm>
              <a:custGeom>
                <a:avLst/>
                <a:gdLst/>
                <a:ahLst/>
                <a:cxnLst/>
                <a:rect l="l" t="t" r="r" b="b"/>
                <a:pathLst>
                  <a:path w="2208" h="1241" fill="none" extrusionOk="0">
                    <a:moveTo>
                      <a:pt x="1" y="0"/>
                    </a:moveTo>
                    <a:lnTo>
                      <a:pt x="452" y="1241"/>
                    </a:lnTo>
                    <a:lnTo>
                      <a:pt x="2208" y="1241"/>
                    </a:lnTo>
                    <a:lnTo>
                      <a:pt x="1732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44"/>
              <p:cNvSpPr/>
              <p:nvPr/>
            </p:nvSpPr>
            <p:spPr>
              <a:xfrm>
                <a:off x="6493127" y="2345086"/>
                <a:ext cx="26308" cy="19351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78" extrusionOk="0">
                    <a:moveTo>
                      <a:pt x="0" y="1"/>
                    </a:moveTo>
                    <a:lnTo>
                      <a:pt x="65" y="178"/>
                    </a:lnTo>
                    <a:lnTo>
                      <a:pt x="242" y="178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44"/>
              <p:cNvSpPr/>
              <p:nvPr/>
            </p:nvSpPr>
            <p:spPr>
              <a:xfrm>
                <a:off x="6541286" y="2479127"/>
                <a:ext cx="26308" cy="19351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78" extrusionOk="0">
                    <a:moveTo>
                      <a:pt x="0" y="0"/>
                    </a:moveTo>
                    <a:lnTo>
                      <a:pt x="65" y="177"/>
                    </a:lnTo>
                    <a:lnTo>
                      <a:pt x="242" y="177"/>
                    </a:lnTo>
                    <a:lnTo>
                      <a:pt x="177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44"/>
              <p:cNvSpPr/>
              <p:nvPr/>
            </p:nvSpPr>
            <p:spPr>
              <a:xfrm>
                <a:off x="6678697" y="2345086"/>
                <a:ext cx="26417" cy="19351"/>
              </a:xfrm>
              <a:custGeom>
                <a:avLst/>
                <a:gdLst/>
                <a:ahLst/>
                <a:cxnLst/>
                <a:rect l="l" t="t" r="r" b="b"/>
                <a:pathLst>
                  <a:path w="243" h="178" extrusionOk="0">
                    <a:moveTo>
                      <a:pt x="1" y="1"/>
                    </a:moveTo>
                    <a:lnTo>
                      <a:pt x="65" y="178"/>
                    </a:lnTo>
                    <a:lnTo>
                      <a:pt x="242" y="178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44"/>
              <p:cNvSpPr/>
              <p:nvPr/>
            </p:nvSpPr>
            <p:spPr>
              <a:xfrm>
                <a:off x="6734686" y="2479127"/>
                <a:ext cx="27286" cy="19351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78" extrusionOk="0">
                    <a:moveTo>
                      <a:pt x="0" y="0"/>
                    </a:moveTo>
                    <a:lnTo>
                      <a:pt x="65" y="177"/>
                    </a:lnTo>
                    <a:lnTo>
                      <a:pt x="250" y="177"/>
                    </a:lnTo>
                    <a:lnTo>
                      <a:pt x="186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44"/>
              <p:cNvSpPr/>
              <p:nvPr/>
            </p:nvSpPr>
            <p:spPr>
              <a:xfrm>
                <a:off x="7320527" y="3457094"/>
                <a:ext cx="247859" cy="420283"/>
              </a:xfrm>
              <a:custGeom>
                <a:avLst/>
                <a:gdLst/>
                <a:ahLst/>
                <a:cxnLst/>
                <a:rect l="l" t="t" r="r" b="b"/>
                <a:pathLst>
                  <a:path w="2280" h="3866" extrusionOk="0">
                    <a:moveTo>
                      <a:pt x="1216" y="0"/>
                    </a:moveTo>
                    <a:lnTo>
                      <a:pt x="0" y="612"/>
                    </a:lnTo>
                    <a:lnTo>
                      <a:pt x="1152" y="3866"/>
                    </a:lnTo>
                    <a:lnTo>
                      <a:pt x="2279" y="3375"/>
                    </a:lnTo>
                    <a:lnTo>
                      <a:pt x="1216" y="0"/>
                    </a:lnTo>
                    <a:close/>
                  </a:path>
                </a:pathLst>
              </a:custGeom>
              <a:solidFill>
                <a:srgbClr val="904A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44"/>
              <p:cNvSpPr/>
              <p:nvPr/>
            </p:nvSpPr>
            <p:spPr>
              <a:xfrm>
                <a:off x="7093755" y="3767900"/>
                <a:ext cx="542898" cy="176984"/>
              </a:xfrm>
              <a:custGeom>
                <a:avLst/>
                <a:gdLst/>
                <a:ahLst/>
                <a:cxnLst/>
                <a:rect l="l" t="t" r="r" b="b"/>
                <a:pathLst>
                  <a:path w="4994" h="1628" extrusionOk="0">
                    <a:moveTo>
                      <a:pt x="2822" y="1"/>
                    </a:moveTo>
                    <a:cubicBezTo>
                      <a:pt x="2744" y="1"/>
                      <a:pt x="2653" y="28"/>
                      <a:pt x="2545" y="97"/>
                    </a:cubicBezTo>
                    <a:cubicBezTo>
                      <a:pt x="2545" y="97"/>
                      <a:pt x="1997" y="709"/>
                      <a:pt x="1184" y="870"/>
                    </a:cubicBezTo>
                    <a:cubicBezTo>
                      <a:pt x="56" y="1104"/>
                      <a:pt x="0" y="1627"/>
                      <a:pt x="0" y="1627"/>
                    </a:cubicBezTo>
                    <a:lnTo>
                      <a:pt x="4993" y="1627"/>
                    </a:lnTo>
                    <a:lnTo>
                      <a:pt x="4542" y="459"/>
                    </a:lnTo>
                    <a:cubicBezTo>
                      <a:pt x="4530" y="371"/>
                      <a:pt x="4448" y="307"/>
                      <a:pt x="4362" y="307"/>
                    </a:cubicBezTo>
                    <a:cubicBezTo>
                      <a:pt x="4339" y="307"/>
                      <a:pt x="4315" y="312"/>
                      <a:pt x="4293" y="322"/>
                    </a:cubicBezTo>
                    <a:cubicBezTo>
                      <a:pt x="4123" y="396"/>
                      <a:pt x="3940" y="449"/>
                      <a:pt x="3739" y="449"/>
                    </a:cubicBezTo>
                    <a:cubicBezTo>
                      <a:pt x="3569" y="449"/>
                      <a:pt x="3386" y="411"/>
                      <a:pt x="3189" y="314"/>
                    </a:cubicBezTo>
                    <a:cubicBezTo>
                      <a:pt x="3189" y="314"/>
                      <a:pt x="3088" y="1"/>
                      <a:pt x="282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44"/>
              <p:cNvSpPr/>
              <p:nvPr/>
            </p:nvSpPr>
            <p:spPr>
              <a:xfrm>
                <a:off x="7093755" y="3767900"/>
                <a:ext cx="542898" cy="176984"/>
              </a:xfrm>
              <a:custGeom>
                <a:avLst/>
                <a:gdLst/>
                <a:ahLst/>
                <a:cxnLst/>
                <a:rect l="l" t="t" r="r" b="b"/>
                <a:pathLst>
                  <a:path w="4994" h="1628" extrusionOk="0">
                    <a:moveTo>
                      <a:pt x="2822" y="1"/>
                    </a:moveTo>
                    <a:cubicBezTo>
                      <a:pt x="2744" y="1"/>
                      <a:pt x="2653" y="28"/>
                      <a:pt x="2545" y="97"/>
                    </a:cubicBezTo>
                    <a:cubicBezTo>
                      <a:pt x="2545" y="97"/>
                      <a:pt x="1997" y="709"/>
                      <a:pt x="1184" y="870"/>
                    </a:cubicBezTo>
                    <a:cubicBezTo>
                      <a:pt x="56" y="1104"/>
                      <a:pt x="0" y="1627"/>
                      <a:pt x="0" y="1627"/>
                    </a:cubicBezTo>
                    <a:lnTo>
                      <a:pt x="4993" y="1627"/>
                    </a:lnTo>
                    <a:lnTo>
                      <a:pt x="4542" y="459"/>
                    </a:lnTo>
                    <a:cubicBezTo>
                      <a:pt x="4530" y="371"/>
                      <a:pt x="4448" y="307"/>
                      <a:pt x="4362" y="307"/>
                    </a:cubicBezTo>
                    <a:cubicBezTo>
                      <a:pt x="4339" y="307"/>
                      <a:pt x="4315" y="312"/>
                      <a:pt x="4293" y="322"/>
                    </a:cubicBezTo>
                    <a:cubicBezTo>
                      <a:pt x="4123" y="396"/>
                      <a:pt x="3940" y="449"/>
                      <a:pt x="3739" y="449"/>
                    </a:cubicBezTo>
                    <a:cubicBezTo>
                      <a:pt x="3569" y="449"/>
                      <a:pt x="3386" y="411"/>
                      <a:pt x="3189" y="314"/>
                    </a:cubicBezTo>
                    <a:cubicBezTo>
                      <a:pt x="3189" y="314"/>
                      <a:pt x="3088" y="1"/>
                      <a:pt x="2822" y="1"/>
                    </a:cubicBezTo>
                    <a:close/>
                  </a:path>
                </a:pathLst>
              </a:custGeom>
              <a:solidFill>
                <a:srgbClr val="2B303A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44"/>
              <p:cNvSpPr/>
              <p:nvPr/>
            </p:nvSpPr>
            <p:spPr>
              <a:xfrm>
                <a:off x="7093755" y="3944773"/>
                <a:ext cx="542898" cy="56965"/>
              </a:xfrm>
              <a:custGeom>
                <a:avLst/>
                <a:gdLst/>
                <a:ahLst/>
                <a:cxnLst/>
                <a:rect l="l" t="t" r="r" b="b"/>
                <a:pathLst>
                  <a:path w="4994" h="524" extrusionOk="0">
                    <a:moveTo>
                      <a:pt x="0" y="0"/>
                    </a:moveTo>
                    <a:lnTo>
                      <a:pt x="0" y="524"/>
                    </a:lnTo>
                    <a:lnTo>
                      <a:pt x="4993" y="524"/>
                    </a:lnTo>
                    <a:lnTo>
                      <a:pt x="49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44"/>
              <p:cNvSpPr/>
              <p:nvPr/>
            </p:nvSpPr>
            <p:spPr>
              <a:xfrm>
                <a:off x="7110388" y="2991266"/>
                <a:ext cx="463213" cy="715437"/>
              </a:xfrm>
              <a:custGeom>
                <a:avLst/>
                <a:gdLst/>
                <a:ahLst/>
                <a:cxnLst/>
                <a:rect l="l" t="t" r="r" b="b"/>
                <a:pathLst>
                  <a:path w="4261" h="6581" extrusionOk="0">
                    <a:moveTo>
                      <a:pt x="2569" y="1"/>
                    </a:moveTo>
                    <a:lnTo>
                      <a:pt x="0" y="154"/>
                    </a:lnTo>
                    <a:lnTo>
                      <a:pt x="2110" y="6580"/>
                    </a:lnTo>
                    <a:lnTo>
                      <a:pt x="4261" y="6580"/>
                    </a:lnTo>
                    <a:lnTo>
                      <a:pt x="256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44"/>
              <p:cNvSpPr/>
              <p:nvPr/>
            </p:nvSpPr>
            <p:spPr>
              <a:xfrm>
                <a:off x="7082341" y="3457094"/>
                <a:ext cx="247859" cy="420283"/>
              </a:xfrm>
              <a:custGeom>
                <a:avLst/>
                <a:gdLst/>
                <a:ahLst/>
                <a:cxnLst/>
                <a:rect l="l" t="t" r="r" b="b"/>
                <a:pathLst>
                  <a:path w="2280" h="3866" extrusionOk="0">
                    <a:moveTo>
                      <a:pt x="1217" y="0"/>
                    </a:moveTo>
                    <a:lnTo>
                      <a:pt x="0" y="612"/>
                    </a:lnTo>
                    <a:lnTo>
                      <a:pt x="1152" y="3866"/>
                    </a:lnTo>
                    <a:lnTo>
                      <a:pt x="2280" y="3375"/>
                    </a:lnTo>
                    <a:lnTo>
                      <a:pt x="1217" y="0"/>
                    </a:lnTo>
                    <a:close/>
                  </a:path>
                </a:pathLst>
              </a:custGeom>
              <a:solidFill>
                <a:srgbClr val="904A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44"/>
              <p:cNvSpPr/>
              <p:nvPr/>
            </p:nvSpPr>
            <p:spPr>
              <a:xfrm>
                <a:off x="6856439" y="3767900"/>
                <a:ext cx="542028" cy="176984"/>
              </a:xfrm>
              <a:custGeom>
                <a:avLst/>
                <a:gdLst/>
                <a:ahLst/>
                <a:cxnLst/>
                <a:rect l="l" t="t" r="r" b="b"/>
                <a:pathLst>
                  <a:path w="4986" h="1628" extrusionOk="0">
                    <a:moveTo>
                      <a:pt x="2815" y="1"/>
                    </a:moveTo>
                    <a:cubicBezTo>
                      <a:pt x="2737" y="1"/>
                      <a:pt x="2645" y="28"/>
                      <a:pt x="2537" y="97"/>
                    </a:cubicBezTo>
                    <a:cubicBezTo>
                      <a:pt x="2537" y="97"/>
                      <a:pt x="1990" y="709"/>
                      <a:pt x="1176" y="870"/>
                    </a:cubicBezTo>
                    <a:cubicBezTo>
                      <a:pt x="49" y="1104"/>
                      <a:pt x="1" y="1627"/>
                      <a:pt x="1" y="1627"/>
                    </a:cubicBezTo>
                    <a:lnTo>
                      <a:pt x="4986" y="1627"/>
                    </a:lnTo>
                    <a:lnTo>
                      <a:pt x="4535" y="459"/>
                    </a:lnTo>
                    <a:cubicBezTo>
                      <a:pt x="4522" y="371"/>
                      <a:pt x="4445" y="307"/>
                      <a:pt x="4358" y="307"/>
                    </a:cubicBezTo>
                    <a:cubicBezTo>
                      <a:pt x="4334" y="307"/>
                      <a:pt x="4309" y="312"/>
                      <a:pt x="4285" y="322"/>
                    </a:cubicBezTo>
                    <a:cubicBezTo>
                      <a:pt x="4120" y="396"/>
                      <a:pt x="3936" y="449"/>
                      <a:pt x="3734" y="449"/>
                    </a:cubicBezTo>
                    <a:cubicBezTo>
                      <a:pt x="3563" y="449"/>
                      <a:pt x="3378" y="411"/>
                      <a:pt x="3182" y="314"/>
                    </a:cubicBezTo>
                    <a:cubicBezTo>
                      <a:pt x="3182" y="314"/>
                      <a:pt x="3080" y="1"/>
                      <a:pt x="28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44"/>
              <p:cNvSpPr/>
              <p:nvPr/>
            </p:nvSpPr>
            <p:spPr>
              <a:xfrm>
                <a:off x="6856439" y="3944773"/>
                <a:ext cx="542028" cy="56965"/>
              </a:xfrm>
              <a:custGeom>
                <a:avLst/>
                <a:gdLst/>
                <a:ahLst/>
                <a:cxnLst/>
                <a:rect l="l" t="t" r="r" b="b"/>
                <a:pathLst>
                  <a:path w="4986" h="524" extrusionOk="0">
                    <a:moveTo>
                      <a:pt x="1" y="0"/>
                    </a:moveTo>
                    <a:lnTo>
                      <a:pt x="1" y="524"/>
                    </a:lnTo>
                    <a:lnTo>
                      <a:pt x="4986" y="524"/>
                    </a:lnTo>
                    <a:lnTo>
                      <a:pt x="498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44"/>
              <p:cNvSpPr/>
              <p:nvPr/>
            </p:nvSpPr>
            <p:spPr>
              <a:xfrm>
                <a:off x="7110388" y="2991266"/>
                <a:ext cx="463213" cy="715437"/>
              </a:xfrm>
              <a:custGeom>
                <a:avLst/>
                <a:gdLst/>
                <a:ahLst/>
                <a:cxnLst/>
                <a:rect l="l" t="t" r="r" b="b"/>
                <a:pathLst>
                  <a:path w="4261" h="6581" extrusionOk="0">
                    <a:moveTo>
                      <a:pt x="2569" y="1"/>
                    </a:moveTo>
                    <a:lnTo>
                      <a:pt x="0" y="154"/>
                    </a:lnTo>
                    <a:lnTo>
                      <a:pt x="2110" y="6580"/>
                    </a:lnTo>
                    <a:lnTo>
                      <a:pt x="4261" y="6580"/>
                    </a:lnTo>
                    <a:lnTo>
                      <a:pt x="2569" y="1"/>
                    </a:lnTo>
                    <a:close/>
                  </a:path>
                </a:pathLst>
              </a:custGeom>
              <a:solidFill>
                <a:srgbClr val="2B303A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44"/>
              <p:cNvSpPr/>
              <p:nvPr/>
            </p:nvSpPr>
            <p:spPr>
              <a:xfrm>
                <a:off x="6865245" y="2991266"/>
                <a:ext cx="486803" cy="715437"/>
              </a:xfrm>
              <a:custGeom>
                <a:avLst/>
                <a:gdLst/>
                <a:ahLst/>
                <a:cxnLst/>
                <a:rect l="l" t="t" r="r" b="b"/>
                <a:pathLst>
                  <a:path w="4478" h="6581" extrusionOk="0">
                    <a:moveTo>
                      <a:pt x="2634" y="1"/>
                    </a:moveTo>
                    <a:lnTo>
                      <a:pt x="0" y="65"/>
                    </a:lnTo>
                    <a:lnTo>
                      <a:pt x="2030" y="6580"/>
                    </a:lnTo>
                    <a:lnTo>
                      <a:pt x="4478" y="6580"/>
                    </a:lnTo>
                    <a:lnTo>
                      <a:pt x="263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44"/>
              <p:cNvSpPr/>
              <p:nvPr/>
            </p:nvSpPr>
            <p:spPr>
              <a:xfrm>
                <a:off x="6849482" y="2751340"/>
                <a:ext cx="1174177" cy="292545"/>
              </a:xfrm>
              <a:custGeom>
                <a:avLst/>
                <a:gdLst/>
                <a:ahLst/>
                <a:cxnLst/>
                <a:rect l="l" t="t" r="r" b="b"/>
                <a:pathLst>
                  <a:path w="10801" h="2691" extrusionOk="0">
                    <a:moveTo>
                      <a:pt x="5010" y="1"/>
                    </a:moveTo>
                    <a:lnTo>
                      <a:pt x="580" y="1032"/>
                    </a:lnTo>
                    <a:cubicBezTo>
                      <a:pt x="153" y="1136"/>
                      <a:pt x="0" y="1861"/>
                      <a:pt x="145" y="2272"/>
                    </a:cubicBezTo>
                    <a:lnTo>
                      <a:pt x="757" y="2280"/>
                    </a:lnTo>
                    <a:cubicBezTo>
                      <a:pt x="862" y="2570"/>
                      <a:pt x="886" y="2691"/>
                      <a:pt x="1200" y="2691"/>
                    </a:cubicBezTo>
                    <a:lnTo>
                      <a:pt x="10800" y="2481"/>
                    </a:lnTo>
                    <a:lnTo>
                      <a:pt x="7418" y="17"/>
                    </a:lnTo>
                    <a:lnTo>
                      <a:pt x="501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44"/>
              <p:cNvSpPr/>
              <p:nvPr/>
            </p:nvSpPr>
            <p:spPr>
              <a:xfrm>
                <a:off x="7224209" y="1579432"/>
                <a:ext cx="334501" cy="352772"/>
              </a:xfrm>
              <a:custGeom>
                <a:avLst/>
                <a:gdLst/>
                <a:ahLst/>
                <a:cxnLst/>
                <a:rect l="l" t="t" r="r" b="b"/>
                <a:pathLst>
                  <a:path w="3077" h="3245" extrusionOk="0">
                    <a:moveTo>
                      <a:pt x="1585" y="1"/>
                    </a:moveTo>
                    <a:cubicBezTo>
                      <a:pt x="1503" y="1"/>
                      <a:pt x="1418" y="5"/>
                      <a:pt x="1329" y="13"/>
                    </a:cubicBezTo>
                    <a:cubicBezTo>
                      <a:pt x="499" y="85"/>
                      <a:pt x="0" y="883"/>
                      <a:pt x="48" y="1736"/>
                    </a:cubicBezTo>
                    <a:cubicBezTo>
                      <a:pt x="95" y="2570"/>
                      <a:pt x="511" y="3245"/>
                      <a:pt x="1288" y="3245"/>
                    </a:cubicBezTo>
                    <a:cubicBezTo>
                      <a:pt x="1315" y="3245"/>
                      <a:pt x="1342" y="3244"/>
                      <a:pt x="1369" y="3242"/>
                    </a:cubicBezTo>
                    <a:cubicBezTo>
                      <a:pt x="2207" y="3202"/>
                      <a:pt x="3077" y="2107"/>
                      <a:pt x="3028" y="1253"/>
                    </a:cubicBezTo>
                    <a:cubicBezTo>
                      <a:pt x="2991" y="472"/>
                      <a:pt x="2475" y="1"/>
                      <a:pt x="15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44"/>
              <p:cNvSpPr/>
              <p:nvPr/>
            </p:nvSpPr>
            <p:spPr>
              <a:xfrm>
                <a:off x="7197031" y="1628461"/>
                <a:ext cx="329283" cy="349402"/>
              </a:xfrm>
              <a:custGeom>
                <a:avLst/>
                <a:gdLst/>
                <a:ahLst/>
                <a:cxnLst/>
                <a:rect l="l" t="t" r="r" b="b"/>
                <a:pathLst>
                  <a:path w="3029" h="3214" extrusionOk="0">
                    <a:moveTo>
                      <a:pt x="1162" y="1"/>
                    </a:moveTo>
                    <a:cubicBezTo>
                      <a:pt x="1047" y="1"/>
                      <a:pt x="928" y="15"/>
                      <a:pt x="806" y="45"/>
                    </a:cubicBezTo>
                    <a:cubicBezTo>
                      <a:pt x="774" y="53"/>
                      <a:pt x="741" y="61"/>
                      <a:pt x="709" y="69"/>
                    </a:cubicBezTo>
                    <a:cubicBezTo>
                      <a:pt x="709" y="69"/>
                      <a:pt x="0" y="126"/>
                      <a:pt x="81" y="1052"/>
                    </a:cubicBezTo>
                    <a:cubicBezTo>
                      <a:pt x="81" y="1052"/>
                      <a:pt x="129" y="1406"/>
                      <a:pt x="202" y="2276"/>
                    </a:cubicBezTo>
                    <a:cubicBezTo>
                      <a:pt x="239" y="2700"/>
                      <a:pt x="544" y="3213"/>
                      <a:pt x="1041" y="3213"/>
                    </a:cubicBezTo>
                    <a:cubicBezTo>
                      <a:pt x="1082" y="3213"/>
                      <a:pt x="1124" y="3210"/>
                      <a:pt x="1168" y="3202"/>
                    </a:cubicBezTo>
                    <a:cubicBezTo>
                      <a:pt x="1450" y="3154"/>
                      <a:pt x="1780" y="3170"/>
                      <a:pt x="2030" y="2928"/>
                    </a:cubicBezTo>
                    <a:lnTo>
                      <a:pt x="2320" y="2324"/>
                    </a:lnTo>
                    <a:cubicBezTo>
                      <a:pt x="3028" y="1331"/>
                      <a:pt x="2280" y="1"/>
                      <a:pt x="1162" y="1"/>
                    </a:cubicBezTo>
                    <a:close/>
                  </a:path>
                </a:pathLst>
              </a:custGeom>
              <a:solidFill>
                <a:srgbClr val="904A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44"/>
              <p:cNvSpPr/>
              <p:nvPr/>
            </p:nvSpPr>
            <p:spPr>
              <a:xfrm>
                <a:off x="7203119" y="1822402"/>
                <a:ext cx="41310" cy="63162"/>
              </a:xfrm>
              <a:custGeom>
                <a:avLst/>
                <a:gdLst/>
                <a:ahLst/>
                <a:cxnLst/>
                <a:rect l="l" t="t" r="r" b="b"/>
                <a:pathLst>
                  <a:path w="380" h="581" extrusionOk="0">
                    <a:moveTo>
                      <a:pt x="259" y="1"/>
                    </a:moveTo>
                    <a:lnTo>
                      <a:pt x="25" y="452"/>
                    </a:lnTo>
                    <a:cubicBezTo>
                      <a:pt x="1" y="492"/>
                      <a:pt x="17" y="556"/>
                      <a:pt x="73" y="556"/>
                    </a:cubicBezTo>
                    <a:lnTo>
                      <a:pt x="379" y="581"/>
                    </a:lnTo>
                    <a:lnTo>
                      <a:pt x="259" y="1"/>
                    </a:lnTo>
                    <a:close/>
                  </a:path>
                </a:pathLst>
              </a:custGeom>
              <a:solidFill>
                <a:srgbClr val="904A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44"/>
              <p:cNvSpPr/>
              <p:nvPr/>
            </p:nvSpPr>
            <p:spPr>
              <a:xfrm>
                <a:off x="7227687" y="1893391"/>
                <a:ext cx="21090" cy="12285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13" fill="none" extrusionOk="0">
                    <a:moveTo>
                      <a:pt x="0" y="113"/>
                    </a:moveTo>
                    <a:cubicBezTo>
                      <a:pt x="81" y="97"/>
                      <a:pt x="153" y="48"/>
                      <a:pt x="194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44"/>
              <p:cNvSpPr/>
              <p:nvPr/>
            </p:nvSpPr>
            <p:spPr>
              <a:xfrm>
                <a:off x="7351074" y="1820663"/>
                <a:ext cx="179589" cy="291676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2683" extrusionOk="0">
                    <a:moveTo>
                      <a:pt x="839" y="1"/>
                    </a:moveTo>
                    <a:lnTo>
                      <a:pt x="1" y="1193"/>
                    </a:lnTo>
                    <a:lnTo>
                      <a:pt x="371" y="2683"/>
                    </a:lnTo>
                    <a:lnTo>
                      <a:pt x="1652" y="2538"/>
                    </a:lnTo>
                    <a:lnTo>
                      <a:pt x="839" y="1"/>
                    </a:lnTo>
                    <a:close/>
                  </a:path>
                </a:pathLst>
              </a:custGeom>
              <a:solidFill>
                <a:srgbClr val="904A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44"/>
              <p:cNvSpPr/>
              <p:nvPr/>
            </p:nvSpPr>
            <p:spPr>
              <a:xfrm>
                <a:off x="7229427" y="1634658"/>
                <a:ext cx="117407" cy="186985"/>
              </a:xfrm>
              <a:custGeom>
                <a:avLst/>
                <a:gdLst/>
                <a:ahLst/>
                <a:cxnLst/>
                <a:rect l="l" t="t" r="r" b="b"/>
                <a:pathLst>
                  <a:path w="1080" h="1720" extrusionOk="0">
                    <a:moveTo>
                      <a:pt x="536" y="0"/>
                    </a:moveTo>
                    <a:cubicBezTo>
                      <a:pt x="464" y="0"/>
                      <a:pt x="411" y="12"/>
                      <a:pt x="411" y="12"/>
                    </a:cubicBezTo>
                    <a:cubicBezTo>
                      <a:pt x="0" y="479"/>
                      <a:pt x="637" y="1148"/>
                      <a:pt x="637" y="1148"/>
                    </a:cubicBezTo>
                    <a:lnTo>
                      <a:pt x="782" y="1720"/>
                    </a:lnTo>
                    <a:lnTo>
                      <a:pt x="1080" y="1269"/>
                    </a:lnTo>
                    <a:cubicBezTo>
                      <a:pt x="1080" y="1269"/>
                      <a:pt x="1015" y="729"/>
                      <a:pt x="943" y="318"/>
                    </a:cubicBezTo>
                    <a:cubicBezTo>
                      <a:pt x="895" y="46"/>
                      <a:pt x="677" y="0"/>
                      <a:pt x="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4"/>
              <p:cNvSpPr/>
              <p:nvPr/>
            </p:nvSpPr>
            <p:spPr>
              <a:xfrm>
                <a:off x="7274107" y="1613568"/>
                <a:ext cx="262752" cy="291893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2685" extrusionOk="0">
                    <a:moveTo>
                      <a:pt x="1066" y="1"/>
                    </a:moveTo>
                    <a:cubicBezTo>
                      <a:pt x="461" y="1"/>
                      <a:pt x="0" y="206"/>
                      <a:pt x="0" y="206"/>
                    </a:cubicBezTo>
                    <a:lnTo>
                      <a:pt x="749" y="2389"/>
                    </a:lnTo>
                    <a:cubicBezTo>
                      <a:pt x="749" y="2389"/>
                      <a:pt x="825" y="2684"/>
                      <a:pt x="1225" y="2684"/>
                    </a:cubicBezTo>
                    <a:cubicBezTo>
                      <a:pt x="1361" y="2684"/>
                      <a:pt x="1535" y="2650"/>
                      <a:pt x="1756" y="2558"/>
                    </a:cubicBezTo>
                    <a:lnTo>
                      <a:pt x="1998" y="1833"/>
                    </a:lnTo>
                    <a:cubicBezTo>
                      <a:pt x="1998" y="1833"/>
                      <a:pt x="2416" y="230"/>
                      <a:pt x="1579" y="53"/>
                    </a:cubicBezTo>
                    <a:cubicBezTo>
                      <a:pt x="1402" y="16"/>
                      <a:pt x="1229" y="1"/>
                      <a:pt x="10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4"/>
              <p:cNvSpPr/>
              <p:nvPr/>
            </p:nvSpPr>
            <p:spPr>
              <a:xfrm>
                <a:off x="7310851" y="1768155"/>
                <a:ext cx="85011" cy="109582"/>
              </a:xfrm>
              <a:custGeom>
                <a:avLst/>
                <a:gdLst/>
                <a:ahLst/>
                <a:cxnLst/>
                <a:rect l="l" t="t" r="r" b="b"/>
                <a:pathLst>
                  <a:path w="782" h="1008" extrusionOk="0">
                    <a:moveTo>
                      <a:pt x="395" y="0"/>
                    </a:moveTo>
                    <a:cubicBezTo>
                      <a:pt x="178" y="0"/>
                      <a:pt x="8" y="210"/>
                      <a:pt x="0" y="476"/>
                    </a:cubicBezTo>
                    <a:cubicBezTo>
                      <a:pt x="0" y="741"/>
                      <a:pt x="0" y="999"/>
                      <a:pt x="218" y="1007"/>
                    </a:cubicBezTo>
                    <a:cubicBezTo>
                      <a:pt x="435" y="1007"/>
                      <a:pt x="782" y="757"/>
                      <a:pt x="782" y="492"/>
                    </a:cubicBezTo>
                    <a:cubicBezTo>
                      <a:pt x="782" y="226"/>
                      <a:pt x="613" y="8"/>
                      <a:pt x="395" y="0"/>
                    </a:cubicBezTo>
                    <a:close/>
                  </a:path>
                </a:pathLst>
              </a:custGeom>
              <a:solidFill>
                <a:srgbClr val="904A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4"/>
              <p:cNvSpPr/>
              <p:nvPr/>
            </p:nvSpPr>
            <p:spPr>
              <a:xfrm>
                <a:off x="7331833" y="1804900"/>
                <a:ext cx="29895" cy="30766"/>
              </a:xfrm>
              <a:custGeom>
                <a:avLst/>
                <a:gdLst/>
                <a:ahLst/>
                <a:cxnLst/>
                <a:rect l="l" t="t" r="r" b="b"/>
                <a:pathLst>
                  <a:path w="275" h="283" fill="none" extrusionOk="0">
                    <a:moveTo>
                      <a:pt x="275" y="1"/>
                    </a:moveTo>
                    <a:cubicBezTo>
                      <a:pt x="17" y="1"/>
                      <a:pt x="1" y="283"/>
                      <a:pt x="1" y="283"/>
                    </a:cubicBezTo>
                  </a:path>
                </a:pathLst>
              </a:custGeom>
              <a:noFill/>
              <a:ln w="95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4"/>
              <p:cNvSpPr/>
              <p:nvPr/>
            </p:nvSpPr>
            <p:spPr>
              <a:xfrm>
                <a:off x="7195509" y="1726845"/>
                <a:ext cx="59247" cy="30874"/>
              </a:xfrm>
              <a:custGeom>
                <a:avLst/>
                <a:gdLst/>
                <a:ahLst/>
                <a:cxnLst/>
                <a:rect l="l" t="t" r="r" b="b"/>
                <a:pathLst>
                  <a:path w="545" h="284" extrusionOk="0">
                    <a:moveTo>
                      <a:pt x="274" y="1"/>
                    </a:moveTo>
                    <a:cubicBezTo>
                      <a:pt x="263" y="1"/>
                      <a:pt x="251" y="1"/>
                      <a:pt x="240" y="2"/>
                    </a:cubicBezTo>
                    <a:cubicBezTo>
                      <a:pt x="240" y="2"/>
                      <a:pt x="234" y="1"/>
                      <a:pt x="223" y="1"/>
                    </a:cubicBezTo>
                    <a:cubicBezTo>
                      <a:pt x="169" y="1"/>
                      <a:pt x="1" y="13"/>
                      <a:pt x="14" y="155"/>
                    </a:cubicBezTo>
                    <a:cubicBezTo>
                      <a:pt x="14" y="155"/>
                      <a:pt x="6" y="284"/>
                      <a:pt x="216" y="284"/>
                    </a:cubicBezTo>
                    <a:cubicBezTo>
                      <a:pt x="393" y="284"/>
                      <a:pt x="514" y="268"/>
                      <a:pt x="530" y="155"/>
                    </a:cubicBezTo>
                    <a:cubicBezTo>
                      <a:pt x="545" y="50"/>
                      <a:pt x="421" y="1"/>
                      <a:pt x="27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44"/>
              <p:cNvSpPr/>
              <p:nvPr/>
            </p:nvSpPr>
            <p:spPr>
              <a:xfrm>
                <a:off x="7302046" y="1950247"/>
                <a:ext cx="54464" cy="27504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53" extrusionOk="0">
                    <a:moveTo>
                      <a:pt x="452" y="1"/>
                    </a:moveTo>
                    <a:cubicBezTo>
                      <a:pt x="291" y="186"/>
                      <a:pt x="1" y="250"/>
                      <a:pt x="1" y="250"/>
                    </a:cubicBezTo>
                    <a:cubicBezTo>
                      <a:pt x="12" y="252"/>
                      <a:pt x="26" y="253"/>
                      <a:pt x="43" y="253"/>
                    </a:cubicBezTo>
                    <a:cubicBezTo>
                      <a:pt x="182" y="253"/>
                      <a:pt x="500" y="202"/>
                      <a:pt x="500" y="202"/>
                    </a:cubicBez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2B303A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44"/>
              <p:cNvSpPr/>
              <p:nvPr/>
            </p:nvSpPr>
            <p:spPr>
              <a:xfrm>
                <a:off x="7191813" y="1580737"/>
                <a:ext cx="176871" cy="106973"/>
              </a:xfrm>
              <a:custGeom>
                <a:avLst/>
                <a:gdLst/>
                <a:ahLst/>
                <a:cxnLst/>
                <a:rect l="l" t="t" r="r" b="b"/>
                <a:pathLst>
                  <a:path w="1627" h="984" extrusionOk="0">
                    <a:moveTo>
                      <a:pt x="1627" y="1"/>
                    </a:moveTo>
                    <a:lnTo>
                      <a:pt x="1627" y="1"/>
                    </a:lnTo>
                    <a:cubicBezTo>
                      <a:pt x="1627" y="1"/>
                      <a:pt x="0" y="9"/>
                      <a:pt x="177" y="983"/>
                    </a:cubicBezTo>
                    <a:cubicBezTo>
                      <a:pt x="177" y="983"/>
                      <a:pt x="403" y="772"/>
                      <a:pt x="785" y="772"/>
                    </a:cubicBezTo>
                    <a:cubicBezTo>
                      <a:pt x="805" y="772"/>
                      <a:pt x="825" y="773"/>
                      <a:pt x="846" y="774"/>
                    </a:cubicBezTo>
                    <a:lnTo>
                      <a:pt x="162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44"/>
              <p:cNvSpPr/>
              <p:nvPr/>
            </p:nvSpPr>
            <p:spPr>
              <a:xfrm>
                <a:off x="7211055" y="2049935"/>
                <a:ext cx="623452" cy="732940"/>
              </a:xfrm>
              <a:custGeom>
                <a:avLst/>
                <a:gdLst/>
                <a:ahLst/>
                <a:cxnLst/>
                <a:rect l="l" t="t" r="r" b="b"/>
                <a:pathLst>
                  <a:path w="5735" h="6742" extrusionOk="0">
                    <a:moveTo>
                      <a:pt x="3615" y="1"/>
                    </a:moveTo>
                    <a:cubicBezTo>
                      <a:pt x="2518" y="1"/>
                      <a:pt x="910" y="275"/>
                      <a:pt x="322" y="332"/>
                    </a:cubicBezTo>
                    <a:cubicBezTo>
                      <a:pt x="0" y="356"/>
                      <a:pt x="379" y="686"/>
                      <a:pt x="347" y="1008"/>
                    </a:cubicBezTo>
                    <a:lnTo>
                      <a:pt x="258" y="1830"/>
                    </a:lnTo>
                    <a:cubicBezTo>
                      <a:pt x="250" y="1927"/>
                      <a:pt x="258" y="2023"/>
                      <a:pt x="290" y="2112"/>
                    </a:cubicBezTo>
                    <a:lnTo>
                      <a:pt x="1692" y="6445"/>
                    </a:lnTo>
                    <a:cubicBezTo>
                      <a:pt x="2481" y="6668"/>
                      <a:pt x="3193" y="6742"/>
                      <a:pt x="3792" y="6742"/>
                    </a:cubicBezTo>
                    <a:cubicBezTo>
                      <a:pt x="4990" y="6742"/>
                      <a:pt x="5735" y="6445"/>
                      <a:pt x="5735" y="6445"/>
                    </a:cubicBezTo>
                    <a:lnTo>
                      <a:pt x="4857" y="888"/>
                    </a:lnTo>
                    <a:cubicBezTo>
                      <a:pt x="4752" y="517"/>
                      <a:pt x="4430" y="58"/>
                      <a:pt x="4035" y="18"/>
                    </a:cubicBezTo>
                    <a:cubicBezTo>
                      <a:pt x="3908" y="6"/>
                      <a:pt x="3766" y="1"/>
                      <a:pt x="36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44"/>
              <p:cNvSpPr/>
              <p:nvPr/>
            </p:nvSpPr>
            <p:spPr>
              <a:xfrm>
                <a:off x="7685578" y="2066676"/>
                <a:ext cx="239162" cy="473769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4358" extrusionOk="0">
                    <a:moveTo>
                      <a:pt x="0" y="1"/>
                    </a:moveTo>
                    <a:lnTo>
                      <a:pt x="451" y="4358"/>
                    </a:lnTo>
                    <a:lnTo>
                      <a:pt x="2199" y="4358"/>
                    </a:lnTo>
                    <a:cubicBezTo>
                      <a:pt x="1643" y="1120"/>
                      <a:pt x="1" y="1"/>
                      <a:pt x="0" y="1"/>
                    </a:cubicBezTo>
                    <a:close/>
                  </a:path>
                </a:pathLst>
              </a:custGeom>
              <a:solidFill>
                <a:srgbClr val="FD970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4"/>
              <p:cNvSpPr/>
              <p:nvPr/>
            </p:nvSpPr>
            <p:spPr>
              <a:xfrm>
                <a:off x="6627059" y="2539462"/>
                <a:ext cx="196222" cy="127955"/>
              </a:xfrm>
              <a:custGeom>
                <a:avLst/>
                <a:gdLst/>
                <a:ahLst/>
                <a:cxnLst/>
                <a:rect l="l" t="t" r="r" b="b"/>
                <a:pathLst>
                  <a:path w="1805" h="1177" extrusionOk="0">
                    <a:moveTo>
                      <a:pt x="1008" y="1"/>
                    </a:moveTo>
                    <a:cubicBezTo>
                      <a:pt x="940" y="1"/>
                      <a:pt x="874" y="19"/>
                      <a:pt x="814" y="57"/>
                    </a:cubicBezTo>
                    <a:lnTo>
                      <a:pt x="306" y="347"/>
                    </a:lnTo>
                    <a:cubicBezTo>
                      <a:pt x="145" y="444"/>
                      <a:pt x="41" y="613"/>
                      <a:pt x="25" y="798"/>
                    </a:cubicBezTo>
                    <a:lnTo>
                      <a:pt x="0" y="1177"/>
                    </a:lnTo>
                    <a:lnTo>
                      <a:pt x="258" y="1177"/>
                    </a:lnTo>
                    <a:lnTo>
                      <a:pt x="468" y="742"/>
                    </a:lnTo>
                    <a:cubicBezTo>
                      <a:pt x="468" y="742"/>
                      <a:pt x="717" y="1177"/>
                      <a:pt x="1692" y="1177"/>
                    </a:cubicBezTo>
                    <a:lnTo>
                      <a:pt x="1804" y="339"/>
                    </a:lnTo>
                    <a:lnTo>
                      <a:pt x="1184" y="41"/>
                    </a:lnTo>
                    <a:cubicBezTo>
                      <a:pt x="1128" y="15"/>
                      <a:pt x="1068" y="1"/>
                      <a:pt x="1008" y="1"/>
                    </a:cubicBezTo>
                    <a:close/>
                  </a:path>
                </a:pathLst>
              </a:custGeom>
              <a:solidFill>
                <a:srgbClr val="904A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4"/>
              <p:cNvSpPr/>
              <p:nvPr/>
            </p:nvSpPr>
            <p:spPr>
              <a:xfrm>
                <a:off x="6754903" y="2503587"/>
                <a:ext cx="361678" cy="163830"/>
              </a:xfrm>
              <a:custGeom>
                <a:avLst/>
                <a:gdLst/>
                <a:ahLst/>
                <a:cxnLst/>
                <a:rect l="l" t="t" r="r" b="b"/>
                <a:pathLst>
                  <a:path w="3327" h="1507" extrusionOk="0">
                    <a:moveTo>
                      <a:pt x="3069" y="1"/>
                    </a:moveTo>
                    <a:lnTo>
                      <a:pt x="701" y="234"/>
                    </a:lnTo>
                    <a:cubicBezTo>
                      <a:pt x="701" y="234"/>
                      <a:pt x="0" y="1128"/>
                      <a:pt x="339" y="1507"/>
                    </a:cubicBezTo>
                    <a:lnTo>
                      <a:pt x="3326" y="1507"/>
                    </a:lnTo>
                    <a:lnTo>
                      <a:pt x="306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4"/>
              <p:cNvSpPr/>
              <p:nvPr/>
            </p:nvSpPr>
            <p:spPr>
              <a:xfrm>
                <a:off x="6995698" y="2085918"/>
                <a:ext cx="391465" cy="581503"/>
              </a:xfrm>
              <a:custGeom>
                <a:avLst/>
                <a:gdLst/>
                <a:ahLst/>
                <a:cxnLst/>
                <a:rect l="l" t="t" r="r" b="b"/>
                <a:pathLst>
                  <a:path w="3601" h="5349" extrusionOk="0">
                    <a:moveTo>
                      <a:pt x="2375" y="0"/>
                    </a:moveTo>
                    <a:cubicBezTo>
                      <a:pt x="1995" y="0"/>
                      <a:pt x="1641" y="218"/>
                      <a:pt x="1482" y="573"/>
                    </a:cubicBezTo>
                    <a:lnTo>
                      <a:pt x="234" y="4245"/>
                    </a:lnTo>
                    <a:cubicBezTo>
                      <a:pt x="0" y="4745"/>
                      <a:pt x="564" y="5316"/>
                      <a:pt x="1111" y="5349"/>
                    </a:cubicBezTo>
                    <a:cubicBezTo>
                      <a:pt x="1168" y="5349"/>
                      <a:pt x="1224" y="5349"/>
                      <a:pt x="1281" y="5341"/>
                    </a:cubicBezTo>
                    <a:cubicBezTo>
                      <a:pt x="1587" y="5300"/>
                      <a:pt x="1852" y="5107"/>
                      <a:pt x="2005" y="4833"/>
                    </a:cubicBezTo>
                    <a:lnTo>
                      <a:pt x="3222" y="1507"/>
                    </a:lnTo>
                    <a:cubicBezTo>
                      <a:pt x="3600" y="718"/>
                      <a:pt x="3214" y="98"/>
                      <a:pt x="2505" y="9"/>
                    </a:cubicBezTo>
                    <a:cubicBezTo>
                      <a:pt x="2461" y="3"/>
                      <a:pt x="2418" y="0"/>
                      <a:pt x="237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44"/>
              <p:cNvSpPr/>
              <p:nvPr/>
            </p:nvSpPr>
            <p:spPr>
              <a:xfrm>
                <a:off x="7285413" y="2295188"/>
                <a:ext cx="43919" cy="119258"/>
              </a:xfrm>
              <a:custGeom>
                <a:avLst/>
                <a:gdLst/>
                <a:ahLst/>
                <a:cxnLst/>
                <a:rect l="l" t="t" r="r" b="b"/>
                <a:pathLst>
                  <a:path w="404" h="1097" fill="none" extrusionOk="0">
                    <a:moveTo>
                      <a:pt x="1" y="1096"/>
                    </a:moveTo>
                    <a:lnTo>
                      <a:pt x="404" y="1"/>
                    </a:lnTo>
                  </a:path>
                </a:pathLst>
              </a:custGeom>
              <a:noFill/>
              <a:ln w="95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44"/>
              <p:cNvSpPr/>
              <p:nvPr/>
            </p:nvSpPr>
            <p:spPr>
              <a:xfrm>
                <a:off x="7626874" y="3100738"/>
                <a:ext cx="59682" cy="354729"/>
              </a:xfrm>
              <a:custGeom>
                <a:avLst/>
                <a:gdLst/>
                <a:ahLst/>
                <a:cxnLst/>
                <a:rect l="l" t="t" r="r" b="b"/>
                <a:pathLst>
                  <a:path w="549" h="3263" extrusionOk="0">
                    <a:moveTo>
                      <a:pt x="1" y="0"/>
                    </a:moveTo>
                    <a:lnTo>
                      <a:pt x="1" y="3262"/>
                    </a:lnTo>
                    <a:lnTo>
                      <a:pt x="549" y="3262"/>
                    </a:lnTo>
                    <a:lnTo>
                      <a:pt x="54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44"/>
              <p:cNvSpPr/>
              <p:nvPr/>
            </p:nvSpPr>
            <p:spPr>
              <a:xfrm>
                <a:off x="7596218" y="3398390"/>
                <a:ext cx="119255" cy="369622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3400" extrusionOk="0">
                    <a:moveTo>
                      <a:pt x="1" y="1"/>
                    </a:moveTo>
                    <a:lnTo>
                      <a:pt x="1" y="3399"/>
                    </a:lnTo>
                    <a:lnTo>
                      <a:pt x="1096" y="3399"/>
                    </a:lnTo>
                    <a:lnTo>
                      <a:pt x="109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4"/>
              <p:cNvSpPr/>
              <p:nvPr/>
            </p:nvSpPr>
            <p:spPr>
              <a:xfrm>
                <a:off x="7405430" y="3744201"/>
                <a:ext cx="499088" cy="48268"/>
              </a:xfrm>
              <a:custGeom>
                <a:avLst/>
                <a:gdLst/>
                <a:ahLst/>
                <a:cxnLst/>
                <a:rect l="l" t="t" r="r" b="b"/>
                <a:pathLst>
                  <a:path w="4591" h="444" extrusionOk="0">
                    <a:moveTo>
                      <a:pt x="0" y="1"/>
                    </a:moveTo>
                    <a:lnTo>
                      <a:pt x="0" y="444"/>
                    </a:lnTo>
                    <a:lnTo>
                      <a:pt x="4591" y="444"/>
                    </a:lnTo>
                    <a:lnTo>
                      <a:pt x="459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44"/>
              <p:cNvSpPr/>
              <p:nvPr/>
            </p:nvSpPr>
            <p:spPr>
              <a:xfrm>
                <a:off x="7865060" y="3744201"/>
                <a:ext cx="39462" cy="143718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322" extrusionOk="0">
                    <a:moveTo>
                      <a:pt x="1" y="1"/>
                    </a:moveTo>
                    <a:lnTo>
                      <a:pt x="1" y="1322"/>
                    </a:lnTo>
                    <a:lnTo>
                      <a:pt x="363" y="1322"/>
                    </a:lnTo>
                    <a:lnTo>
                      <a:pt x="36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44"/>
              <p:cNvSpPr/>
              <p:nvPr/>
            </p:nvSpPr>
            <p:spPr>
              <a:xfrm>
                <a:off x="7805112" y="3859108"/>
                <a:ext cx="159369" cy="145892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1342" extrusionOk="0">
                    <a:moveTo>
                      <a:pt x="733" y="1"/>
                    </a:moveTo>
                    <a:cubicBezTo>
                      <a:pt x="562" y="1"/>
                      <a:pt x="391" y="67"/>
                      <a:pt x="258" y="200"/>
                    </a:cubicBezTo>
                    <a:cubicBezTo>
                      <a:pt x="0" y="458"/>
                      <a:pt x="0" y="885"/>
                      <a:pt x="258" y="1142"/>
                    </a:cubicBezTo>
                    <a:cubicBezTo>
                      <a:pt x="391" y="1275"/>
                      <a:pt x="562" y="1342"/>
                      <a:pt x="733" y="1342"/>
                    </a:cubicBezTo>
                    <a:cubicBezTo>
                      <a:pt x="904" y="1342"/>
                      <a:pt x="1075" y="1275"/>
                      <a:pt x="1208" y="1142"/>
                    </a:cubicBezTo>
                    <a:cubicBezTo>
                      <a:pt x="1466" y="885"/>
                      <a:pt x="1466" y="458"/>
                      <a:pt x="1208" y="200"/>
                    </a:cubicBezTo>
                    <a:cubicBezTo>
                      <a:pt x="1075" y="67"/>
                      <a:pt x="904" y="1"/>
                      <a:pt x="7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44"/>
              <p:cNvSpPr/>
              <p:nvPr/>
            </p:nvSpPr>
            <p:spPr>
              <a:xfrm>
                <a:off x="7405430" y="3744201"/>
                <a:ext cx="38592" cy="143718"/>
              </a:xfrm>
              <a:custGeom>
                <a:avLst/>
                <a:gdLst/>
                <a:ahLst/>
                <a:cxnLst/>
                <a:rect l="l" t="t" r="r" b="b"/>
                <a:pathLst>
                  <a:path w="355" h="1322" extrusionOk="0">
                    <a:moveTo>
                      <a:pt x="0" y="1"/>
                    </a:moveTo>
                    <a:lnTo>
                      <a:pt x="0" y="1322"/>
                    </a:lnTo>
                    <a:lnTo>
                      <a:pt x="355" y="1322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44"/>
              <p:cNvSpPr/>
              <p:nvPr/>
            </p:nvSpPr>
            <p:spPr>
              <a:xfrm>
                <a:off x="7346289" y="3858021"/>
                <a:ext cx="156869" cy="146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1346" extrusionOk="0">
                    <a:moveTo>
                      <a:pt x="727" y="1"/>
                    </a:moveTo>
                    <a:cubicBezTo>
                      <a:pt x="404" y="1"/>
                      <a:pt x="116" y="237"/>
                      <a:pt x="65" y="565"/>
                    </a:cubicBezTo>
                    <a:cubicBezTo>
                      <a:pt x="0" y="935"/>
                      <a:pt x="250" y="1273"/>
                      <a:pt x="613" y="1338"/>
                    </a:cubicBezTo>
                    <a:cubicBezTo>
                      <a:pt x="648" y="1343"/>
                      <a:pt x="683" y="1346"/>
                      <a:pt x="717" y="1346"/>
                    </a:cubicBezTo>
                    <a:cubicBezTo>
                      <a:pt x="1045" y="1346"/>
                      <a:pt x="1327" y="1110"/>
                      <a:pt x="1386" y="782"/>
                    </a:cubicBezTo>
                    <a:cubicBezTo>
                      <a:pt x="1442" y="412"/>
                      <a:pt x="1192" y="73"/>
                      <a:pt x="830" y="9"/>
                    </a:cubicBezTo>
                    <a:cubicBezTo>
                      <a:pt x="796" y="3"/>
                      <a:pt x="761" y="1"/>
                      <a:pt x="7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44"/>
              <p:cNvSpPr/>
              <p:nvPr/>
            </p:nvSpPr>
            <p:spPr>
              <a:xfrm>
                <a:off x="7394885" y="1965140"/>
                <a:ext cx="900119" cy="1183879"/>
              </a:xfrm>
              <a:custGeom>
                <a:avLst/>
                <a:gdLst/>
                <a:ahLst/>
                <a:cxnLst/>
                <a:rect l="l" t="t" r="r" b="b"/>
                <a:pathLst>
                  <a:path w="8280" h="10890" extrusionOk="0">
                    <a:moveTo>
                      <a:pt x="3061" y="0"/>
                    </a:moveTo>
                    <a:cubicBezTo>
                      <a:pt x="2828" y="0"/>
                      <a:pt x="2618" y="178"/>
                      <a:pt x="2554" y="435"/>
                    </a:cubicBezTo>
                    <a:lnTo>
                      <a:pt x="105" y="10100"/>
                    </a:lnTo>
                    <a:cubicBezTo>
                      <a:pt x="1" y="10495"/>
                      <a:pt x="258" y="10889"/>
                      <a:pt x="605" y="10889"/>
                    </a:cubicBezTo>
                    <a:lnTo>
                      <a:pt x="5083" y="10889"/>
                    </a:lnTo>
                    <a:cubicBezTo>
                      <a:pt x="5308" y="10889"/>
                      <a:pt x="5517" y="10704"/>
                      <a:pt x="5582" y="10446"/>
                    </a:cubicBezTo>
                    <a:lnTo>
                      <a:pt x="8183" y="782"/>
                    </a:lnTo>
                    <a:cubicBezTo>
                      <a:pt x="8280" y="387"/>
                      <a:pt x="7877" y="0"/>
                      <a:pt x="75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44"/>
              <p:cNvSpPr/>
              <p:nvPr/>
            </p:nvSpPr>
            <p:spPr>
              <a:xfrm>
                <a:off x="7478049" y="1965140"/>
                <a:ext cx="952734" cy="1183879"/>
              </a:xfrm>
              <a:custGeom>
                <a:avLst/>
                <a:gdLst/>
                <a:ahLst/>
                <a:cxnLst/>
                <a:rect l="l" t="t" r="r" b="b"/>
                <a:pathLst>
                  <a:path w="8764" h="10890" extrusionOk="0">
                    <a:moveTo>
                      <a:pt x="3061" y="0"/>
                    </a:moveTo>
                    <a:cubicBezTo>
                      <a:pt x="2828" y="0"/>
                      <a:pt x="2618" y="178"/>
                      <a:pt x="2554" y="435"/>
                    </a:cubicBezTo>
                    <a:lnTo>
                      <a:pt x="105" y="10100"/>
                    </a:lnTo>
                    <a:cubicBezTo>
                      <a:pt x="1" y="10495"/>
                      <a:pt x="258" y="10889"/>
                      <a:pt x="605" y="10889"/>
                    </a:cubicBezTo>
                    <a:lnTo>
                      <a:pt x="5558" y="10889"/>
                    </a:lnTo>
                    <a:cubicBezTo>
                      <a:pt x="5791" y="10889"/>
                      <a:pt x="6001" y="10704"/>
                      <a:pt x="6065" y="10446"/>
                    </a:cubicBezTo>
                    <a:lnTo>
                      <a:pt x="8667" y="782"/>
                    </a:lnTo>
                    <a:cubicBezTo>
                      <a:pt x="8763" y="387"/>
                      <a:pt x="8514" y="0"/>
                      <a:pt x="81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44"/>
              <p:cNvSpPr/>
              <p:nvPr/>
            </p:nvSpPr>
            <p:spPr>
              <a:xfrm>
                <a:off x="7042879" y="3008769"/>
                <a:ext cx="1065684" cy="140239"/>
              </a:xfrm>
              <a:custGeom>
                <a:avLst/>
                <a:gdLst/>
                <a:ahLst/>
                <a:cxnLst/>
                <a:rect l="l" t="t" r="r" b="b"/>
                <a:pathLst>
                  <a:path w="9803" h="1290" extrusionOk="0">
                    <a:moveTo>
                      <a:pt x="645" y="1"/>
                    </a:moveTo>
                    <a:cubicBezTo>
                      <a:pt x="283" y="1"/>
                      <a:pt x="1" y="291"/>
                      <a:pt x="1" y="645"/>
                    </a:cubicBezTo>
                    <a:cubicBezTo>
                      <a:pt x="1" y="999"/>
                      <a:pt x="291" y="1289"/>
                      <a:pt x="645" y="1289"/>
                    </a:cubicBezTo>
                    <a:lnTo>
                      <a:pt x="9158" y="1289"/>
                    </a:lnTo>
                    <a:cubicBezTo>
                      <a:pt x="9513" y="1289"/>
                      <a:pt x="9802" y="999"/>
                      <a:pt x="9802" y="645"/>
                    </a:cubicBezTo>
                    <a:cubicBezTo>
                      <a:pt x="9802" y="291"/>
                      <a:pt x="9698" y="1"/>
                      <a:pt x="93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44"/>
              <p:cNvSpPr/>
              <p:nvPr/>
            </p:nvSpPr>
            <p:spPr>
              <a:xfrm>
                <a:off x="5591261" y="2254095"/>
                <a:ext cx="842394" cy="806212"/>
              </a:xfrm>
              <a:custGeom>
                <a:avLst/>
                <a:gdLst/>
                <a:ahLst/>
                <a:cxnLst/>
                <a:rect l="l" t="t" r="r" b="b"/>
                <a:pathLst>
                  <a:path w="7749" h="7416" extrusionOk="0">
                    <a:moveTo>
                      <a:pt x="2683" y="0"/>
                    </a:moveTo>
                    <a:lnTo>
                      <a:pt x="178" y="1176"/>
                    </a:lnTo>
                    <a:cubicBezTo>
                      <a:pt x="178" y="1176"/>
                      <a:pt x="1" y="2505"/>
                      <a:pt x="1974" y="3858"/>
                    </a:cubicBezTo>
                    <a:cubicBezTo>
                      <a:pt x="2103" y="3890"/>
                      <a:pt x="5244" y="6822"/>
                      <a:pt x="5832" y="7305"/>
                    </a:cubicBezTo>
                    <a:cubicBezTo>
                      <a:pt x="5923" y="7382"/>
                      <a:pt x="6029" y="7415"/>
                      <a:pt x="6142" y="7415"/>
                    </a:cubicBezTo>
                    <a:cubicBezTo>
                      <a:pt x="6533" y="7415"/>
                      <a:pt x="7013" y="7019"/>
                      <a:pt x="7314" y="6725"/>
                    </a:cubicBezTo>
                    <a:cubicBezTo>
                      <a:pt x="7732" y="6306"/>
                      <a:pt x="7748" y="5630"/>
                      <a:pt x="7346" y="5195"/>
                    </a:cubicBezTo>
                    <a:lnTo>
                      <a:pt x="26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44"/>
              <p:cNvSpPr/>
              <p:nvPr/>
            </p:nvSpPr>
            <p:spPr>
              <a:xfrm>
                <a:off x="6005450" y="3360776"/>
                <a:ext cx="244380" cy="408107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3754" extrusionOk="0">
                    <a:moveTo>
                      <a:pt x="959" y="0"/>
                    </a:moveTo>
                    <a:lnTo>
                      <a:pt x="0" y="3423"/>
                    </a:lnTo>
                    <a:lnTo>
                      <a:pt x="1184" y="3753"/>
                    </a:lnTo>
                    <a:lnTo>
                      <a:pt x="2247" y="427"/>
                    </a:lnTo>
                    <a:lnTo>
                      <a:pt x="959" y="0"/>
                    </a:lnTo>
                    <a:close/>
                  </a:path>
                </a:pathLst>
              </a:custGeom>
              <a:solidFill>
                <a:srgbClr val="DB7E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44"/>
              <p:cNvSpPr/>
              <p:nvPr/>
            </p:nvSpPr>
            <p:spPr>
              <a:xfrm>
                <a:off x="5936201" y="3663102"/>
                <a:ext cx="490500" cy="287871"/>
              </a:xfrm>
              <a:custGeom>
                <a:avLst/>
                <a:gdLst/>
                <a:ahLst/>
                <a:cxnLst/>
                <a:rect l="l" t="t" r="r" b="b"/>
                <a:pathLst>
                  <a:path w="4512" h="2648" extrusionOk="0">
                    <a:moveTo>
                      <a:pt x="626" y="1"/>
                    </a:moveTo>
                    <a:cubicBezTo>
                      <a:pt x="560" y="1"/>
                      <a:pt x="495" y="38"/>
                      <a:pt x="460" y="102"/>
                    </a:cubicBezTo>
                    <a:cubicBezTo>
                      <a:pt x="243" y="505"/>
                      <a:pt x="1" y="1174"/>
                      <a:pt x="1" y="1174"/>
                    </a:cubicBezTo>
                    <a:lnTo>
                      <a:pt x="4390" y="2647"/>
                    </a:lnTo>
                    <a:cubicBezTo>
                      <a:pt x="4390" y="2647"/>
                      <a:pt x="4511" y="2132"/>
                      <a:pt x="3512" y="1560"/>
                    </a:cubicBezTo>
                    <a:cubicBezTo>
                      <a:pt x="2796" y="1141"/>
                      <a:pt x="2473" y="392"/>
                      <a:pt x="2473" y="392"/>
                    </a:cubicBezTo>
                    <a:cubicBezTo>
                      <a:pt x="2355" y="245"/>
                      <a:pt x="2240" y="196"/>
                      <a:pt x="2138" y="196"/>
                    </a:cubicBezTo>
                    <a:cubicBezTo>
                      <a:pt x="1936" y="196"/>
                      <a:pt x="1789" y="392"/>
                      <a:pt x="1789" y="392"/>
                    </a:cubicBezTo>
                    <a:cubicBezTo>
                      <a:pt x="1723" y="402"/>
                      <a:pt x="1660" y="406"/>
                      <a:pt x="1599" y="406"/>
                    </a:cubicBezTo>
                    <a:cubicBezTo>
                      <a:pt x="1230" y="406"/>
                      <a:pt x="956" y="247"/>
                      <a:pt x="742" y="46"/>
                    </a:cubicBezTo>
                    <a:cubicBezTo>
                      <a:pt x="708" y="15"/>
                      <a:pt x="667" y="1"/>
                      <a:pt x="6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44"/>
              <p:cNvSpPr/>
              <p:nvPr/>
            </p:nvSpPr>
            <p:spPr>
              <a:xfrm>
                <a:off x="5936201" y="3663102"/>
                <a:ext cx="490500" cy="287871"/>
              </a:xfrm>
              <a:custGeom>
                <a:avLst/>
                <a:gdLst/>
                <a:ahLst/>
                <a:cxnLst/>
                <a:rect l="l" t="t" r="r" b="b"/>
                <a:pathLst>
                  <a:path w="4512" h="2648" extrusionOk="0">
                    <a:moveTo>
                      <a:pt x="626" y="1"/>
                    </a:moveTo>
                    <a:cubicBezTo>
                      <a:pt x="560" y="1"/>
                      <a:pt x="495" y="38"/>
                      <a:pt x="460" y="102"/>
                    </a:cubicBezTo>
                    <a:cubicBezTo>
                      <a:pt x="243" y="505"/>
                      <a:pt x="1" y="1174"/>
                      <a:pt x="1" y="1174"/>
                    </a:cubicBezTo>
                    <a:lnTo>
                      <a:pt x="4390" y="2647"/>
                    </a:lnTo>
                    <a:cubicBezTo>
                      <a:pt x="4390" y="2647"/>
                      <a:pt x="4511" y="2132"/>
                      <a:pt x="3512" y="1560"/>
                    </a:cubicBezTo>
                    <a:cubicBezTo>
                      <a:pt x="2796" y="1141"/>
                      <a:pt x="2473" y="392"/>
                      <a:pt x="2473" y="392"/>
                    </a:cubicBezTo>
                    <a:cubicBezTo>
                      <a:pt x="2355" y="245"/>
                      <a:pt x="2240" y="196"/>
                      <a:pt x="2138" y="196"/>
                    </a:cubicBezTo>
                    <a:cubicBezTo>
                      <a:pt x="1936" y="196"/>
                      <a:pt x="1789" y="392"/>
                      <a:pt x="1789" y="392"/>
                    </a:cubicBezTo>
                    <a:cubicBezTo>
                      <a:pt x="1723" y="402"/>
                      <a:pt x="1660" y="406"/>
                      <a:pt x="1599" y="406"/>
                    </a:cubicBezTo>
                    <a:cubicBezTo>
                      <a:pt x="1230" y="406"/>
                      <a:pt x="956" y="247"/>
                      <a:pt x="742" y="46"/>
                    </a:cubicBezTo>
                    <a:cubicBezTo>
                      <a:pt x="708" y="15"/>
                      <a:pt x="667" y="1"/>
                      <a:pt x="626" y="1"/>
                    </a:cubicBezTo>
                    <a:close/>
                  </a:path>
                </a:pathLst>
              </a:custGeom>
              <a:solidFill>
                <a:srgbClr val="2B303A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44"/>
              <p:cNvSpPr/>
              <p:nvPr/>
            </p:nvSpPr>
            <p:spPr>
              <a:xfrm>
                <a:off x="5919379" y="3788015"/>
                <a:ext cx="495718" cy="213729"/>
              </a:xfrm>
              <a:custGeom>
                <a:avLst/>
                <a:gdLst/>
                <a:ahLst/>
                <a:cxnLst/>
                <a:rect l="l" t="t" r="r" b="b"/>
                <a:pathLst>
                  <a:path w="4560" h="1966" extrusionOk="0">
                    <a:moveTo>
                      <a:pt x="170" y="1"/>
                    </a:moveTo>
                    <a:lnTo>
                      <a:pt x="1" y="492"/>
                    </a:lnTo>
                    <a:lnTo>
                      <a:pt x="4390" y="1966"/>
                    </a:lnTo>
                    <a:lnTo>
                      <a:pt x="4559" y="1475"/>
                    </a:lnTo>
                    <a:lnTo>
                      <a:pt x="17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44"/>
              <p:cNvSpPr/>
              <p:nvPr/>
            </p:nvSpPr>
            <p:spPr>
              <a:xfrm>
                <a:off x="6234830" y="3795838"/>
                <a:ext cx="42071" cy="21199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95" fill="none" extrusionOk="0">
                    <a:moveTo>
                      <a:pt x="387" y="57"/>
                    </a:moveTo>
                    <a:cubicBezTo>
                      <a:pt x="387" y="57"/>
                      <a:pt x="218" y="1"/>
                      <a:pt x="0" y="194"/>
                    </a:cubicBez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44"/>
              <p:cNvSpPr/>
              <p:nvPr/>
            </p:nvSpPr>
            <p:spPr>
              <a:xfrm>
                <a:off x="6215588" y="3774857"/>
                <a:ext cx="42071" cy="21090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94" fill="none" extrusionOk="0">
                    <a:moveTo>
                      <a:pt x="387" y="65"/>
                    </a:moveTo>
                    <a:cubicBezTo>
                      <a:pt x="387" y="65"/>
                      <a:pt x="218" y="1"/>
                      <a:pt x="0" y="194"/>
                    </a:cubicBez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44"/>
              <p:cNvSpPr/>
              <p:nvPr/>
            </p:nvSpPr>
            <p:spPr>
              <a:xfrm>
                <a:off x="6196238" y="3752136"/>
                <a:ext cx="42179" cy="21090"/>
              </a:xfrm>
              <a:custGeom>
                <a:avLst/>
                <a:gdLst/>
                <a:ahLst/>
                <a:cxnLst/>
                <a:rect l="l" t="t" r="r" b="b"/>
                <a:pathLst>
                  <a:path w="388" h="194" fill="none" extrusionOk="0">
                    <a:moveTo>
                      <a:pt x="387" y="57"/>
                    </a:moveTo>
                    <a:cubicBezTo>
                      <a:pt x="387" y="57"/>
                      <a:pt x="218" y="0"/>
                      <a:pt x="1" y="194"/>
                    </a:cubicBez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44"/>
              <p:cNvSpPr/>
              <p:nvPr/>
            </p:nvSpPr>
            <p:spPr>
              <a:xfrm>
                <a:off x="6009798" y="2815263"/>
                <a:ext cx="408967" cy="765336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7040" extrusionOk="0">
                    <a:moveTo>
                      <a:pt x="1523" y="1"/>
                    </a:moveTo>
                    <a:lnTo>
                      <a:pt x="0" y="6484"/>
                    </a:lnTo>
                    <a:lnTo>
                      <a:pt x="2199" y="7040"/>
                    </a:lnTo>
                    <a:lnTo>
                      <a:pt x="3762" y="1032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44"/>
              <p:cNvSpPr/>
              <p:nvPr/>
            </p:nvSpPr>
            <p:spPr>
              <a:xfrm>
                <a:off x="5836404" y="3480684"/>
                <a:ext cx="194482" cy="380059"/>
              </a:xfrm>
              <a:custGeom>
                <a:avLst/>
                <a:gdLst/>
                <a:ahLst/>
                <a:cxnLst/>
                <a:rect l="l" t="t" r="r" b="b"/>
                <a:pathLst>
                  <a:path w="1789" h="3496" extrusionOk="0">
                    <a:moveTo>
                      <a:pt x="1" y="1"/>
                    </a:moveTo>
                    <a:lnTo>
                      <a:pt x="556" y="3496"/>
                    </a:lnTo>
                    <a:lnTo>
                      <a:pt x="1789" y="3423"/>
                    </a:lnTo>
                    <a:lnTo>
                      <a:pt x="1354" y="1"/>
                    </a:lnTo>
                    <a:close/>
                  </a:path>
                </a:pathLst>
              </a:custGeom>
              <a:solidFill>
                <a:srgbClr val="DB7E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44"/>
              <p:cNvSpPr/>
              <p:nvPr/>
            </p:nvSpPr>
            <p:spPr>
              <a:xfrm>
                <a:off x="5837274" y="3767900"/>
                <a:ext cx="503545" cy="176984"/>
              </a:xfrm>
              <a:custGeom>
                <a:avLst/>
                <a:gdLst/>
                <a:ahLst/>
                <a:cxnLst/>
                <a:rect l="l" t="t" r="r" b="b"/>
                <a:pathLst>
                  <a:path w="4632" h="1628" extrusionOk="0">
                    <a:moveTo>
                      <a:pt x="1810" y="1"/>
                    </a:moveTo>
                    <a:cubicBezTo>
                      <a:pt x="1544" y="1"/>
                      <a:pt x="1442" y="314"/>
                      <a:pt x="1442" y="314"/>
                    </a:cubicBezTo>
                    <a:cubicBezTo>
                      <a:pt x="1246" y="411"/>
                      <a:pt x="1063" y="449"/>
                      <a:pt x="893" y="449"/>
                    </a:cubicBezTo>
                    <a:cubicBezTo>
                      <a:pt x="692" y="449"/>
                      <a:pt x="509" y="396"/>
                      <a:pt x="339" y="322"/>
                    </a:cubicBezTo>
                    <a:cubicBezTo>
                      <a:pt x="317" y="312"/>
                      <a:pt x="293" y="307"/>
                      <a:pt x="269" y="307"/>
                    </a:cubicBezTo>
                    <a:cubicBezTo>
                      <a:pt x="184" y="307"/>
                      <a:pt x="102" y="371"/>
                      <a:pt x="89" y="459"/>
                    </a:cubicBezTo>
                    <a:cubicBezTo>
                      <a:pt x="17" y="910"/>
                      <a:pt x="1" y="1627"/>
                      <a:pt x="1" y="1627"/>
                    </a:cubicBezTo>
                    <a:lnTo>
                      <a:pt x="4632" y="1627"/>
                    </a:lnTo>
                    <a:cubicBezTo>
                      <a:pt x="4632" y="1627"/>
                      <a:pt x="4575" y="1104"/>
                      <a:pt x="3448" y="870"/>
                    </a:cubicBezTo>
                    <a:cubicBezTo>
                      <a:pt x="2634" y="709"/>
                      <a:pt x="2087" y="97"/>
                      <a:pt x="2087" y="97"/>
                    </a:cubicBezTo>
                    <a:cubicBezTo>
                      <a:pt x="1979" y="28"/>
                      <a:pt x="1887" y="1"/>
                      <a:pt x="18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44"/>
              <p:cNvSpPr/>
              <p:nvPr/>
            </p:nvSpPr>
            <p:spPr>
              <a:xfrm>
                <a:off x="5837086" y="3944773"/>
                <a:ext cx="503545" cy="56965"/>
              </a:xfrm>
              <a:custGeom>
                <a:avLst/>
                <a:gdLst/>
                <a:ahLst/>
                <a:cxnLst/>
                <a:rect l="l" t="t" r="r" b="b"/>
                <a:pathLst>
                  <a:path w="4632" h="524" extrusionOk="0">
                    <a:moveTo>
                      <a:pt x="1" y="0"/>
                    </a:moveTo>
                    <a:lnTo>
                      <a:pt x="1" y="524"/>
                    </a:lnTo>
                    <a:lnTo>
                      <a:pt x="4632" y="524"/>
                    </a:lnTo>
                    <a:lnTo>
                      <a:pt x="46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44"/>
              <p:cNvSpPr/>
              <p:nvPr/>
            </p:nvSpPr>
            <p:spPr>
              <a:xfrm>
                <a:off x="6127967" y="3846715"/>
                <a:ext cx="35113" cy="27178"/>
              </a:xfrm>
              <a:custGeom>
                <a:avLst/>
                <a:gdLst/>
                <a:ahLst/>
                <a:cxnLst/>
                <a:rect l="l" t="t" r="r" b="b"/>
                <a:pathLst>
                  <a:path w="323" h="250" fill="none" extrusionOk="0">
                    <a:moveTo>
                      <a:pt x="323" y="8"/>
                    </a:moveTo>
                    <a:cubicBezTo>
                      <a:pt x="323" y="8"/>
                      <a:pt x="146" y="0"/>
                      <a:pt x="1" y="250"/>
                    </a:cubicBez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44"/>
              <p:cNvSpPr/>
              <p:nvPr/>
            </p:nvSpPr>
            <p:spPr>
              <a:xfrm>
                <a:off x="6103507" y="3833561"/>
                <a:ext cx="35113" cy="27178"/>
              </a:xfrm>
              <a:custGeom>
                <a:avLst/>
                <a:gdLst/>
                <a:ahLst/>
                <a:cxnLst/>
                <a:rect l="l" t="t" r="r" b="b"/>
                <a:pathLst>
                  <a:path w="323" h="250" fill="none" extrusionOk="0">
                    <a:moveTo>
                      <a:pt x="322" y="0"/>
                    </a:moveTo>
                    <a:cubicBezTo>
                      <a:pt x="322" y="0"/>
                      <a:pt x="137" y="0"/>
                      <a:pt x="0" y="250"/>
                    </a:cubicBez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44"/>
              <p:cNvSpPr/>
              <p:nvPr/>
            </p:nvSpPr>
            <p:spPr>
              <a:xfrm>
                <a:off x="6078069" y="3817798"/>
                <a:ext cx="35113" cy="27178"/>
              </a:xfrm>
              <a:custGeom>
                <a:avLst/>
                <a:gdLst/>
                <a:ahLst/>
                <a:cxnLst/>
                <a:rect l="l" t="t" r="r" b="b"/>
                <a:pathLst>
                  <a:path w="323" h="250" fill="none" extrusionOk="0">
                    <a:moveTo>
                      <a:pt x="323" y="0"/>
                    </a:moveTo>
                    <a:cubicBezTo>
                      <a:pt x="323" y="0"/>
                      <a:pt x="138" y="0"/>
                      <a:pt x="1" y="250"/>
                    </a:cubicBez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44"/>
              <p:cNvSpPr/>
              <p:nvPr/>
            </p:nvSpPr>
            <p:spPr>
              <a:xfrm>
                <a:off x="5731389" y="3022792"/>
                <a:ext cx="306562" cy="689129"/>
              </a:xfrm>
              <a:custGeom>
                <a:avLst/>
                <a:gdLst/>
                <a:ahLst/>
                <a:cxnLst/>
                <a:rect l="l" t="t" r="r" b="b"/>
                <a:pathLst>
                  <a:path w="2820" h="6339" extrusionOk="0">
                    <a:moveTo>
                      <a:pt x="0" y="0"/>
                    </a:moveTo>
                    <a:lnTo>
                      <a:pt x="790" y="6339"/>
                    </a:lnTo>
                    <a:lnTo>
                      <a:pt x="2819" y="6041"/>
                    </a:lnTo>
                    <a:lnTo>
                      <a:pt x="2513" y="1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44"/>
              <p:cNvSpPr/>
              <p:nvPr/>
            </p:nvSpPr>
            <p:spPr>
              <a:xfrm>
                <a:off x="5422324" y="2313560"/>
                <a:ext cx="596274" cy="858394"/>
              </a:xfrm>
              <a:custGeom>
                <a:avLst/>
                <a:gdLst/>
                <a:ahLst/>
                <a:cxnLst/>
                <a:rect l="l" t="t" r="r" b="b"/>
                <a:pathLst>
                  <a:path w="5485" h="7896" extrusionOk="0">
                    <a:moveTo>
                      <a:pt x="3351" y="1"/>
                    </a:moveTo>
                    <a:lnTo>
                      <a:pt x="878" y="122"/>
                    </a:lnTo>
                    <a:cubicBezTo>
                      <a:pt x="878" y="122"/>
                      <a:pt x="0" y="1322"/>
                      <a:pt x="1088" y="3448"/>
                    </a:cubicBezTo>
                    <a:cubicBezTo>
                      <a:pt x="1756" y="4753"/>
                      <a:pt x="2940" y="7282"/>
                      <a:pt x="2940" y="7282"/>
                    </a:cubicBezTo>
                    <a:cubicBezTo>
                      <a:pt x="3134" y="7664"/>
                      <a:pt x="3522" y="7895"/>
                      <a:pt x="3935" y="7895"/>
                    </a:cubicBezTo>
                    <a:cubicBezTo>
                      <a:pt x="4035" y="7895"/>
                      <a:pt x="4136" y="7882"/>
                      <a:pt x="4237" y="7853"/>
                    </a:cubicBezTo>
                    <a:cubicBezTo>
                      <a:pt x="4808" y="7684"/>
                      <a:pt x="5485" y="7096"/>
                      <a:pt x="5340" y="6524"/>
                    </a:cubicBezTo>
                    <a:lnTo>
                      <a:pt x="33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44"/>
              <p:cNvSpPr/>
              <p:nvPr/>
            </p:nvSpPr>
            <p:spPr>
              <a:xfrm>
                <a:off x="5858364" y="2549137"/>
                <a:ext cx="70988" cy="232971"/>
              </a:xfrm>
              <a:custGeom>
                <a:avLst/>
                <a:gdLst/>
                <a:ahLst/>
                <a:cxnLst/>
                <a:rect l="l" t="t" r="r" b="b"/>
                <a:pathLst>
                  <a:path w="653" h="2143" fill="none" extrusionOk="0">
                    <a:moveTo>
                      <a:pt x="652" y="2143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44"/>
              <p:cNvSpPr/>
              <p:nvPr/>
            </p:nvSpPr>
            <p:spPr>
              <a:xfrm>
                <a:off x="5838144" y="1638571"/>
                <a:ext cx="206766" cy="345053"/>
              </a:xfrm>
              <a:custGeom>
                <a:avLst/>
                <a:gdLst/>
                <a:ahLst/>
                <a:cxnLst/>
                <a:rect l="l" t="t" r="r" b="b"/>
                <a:pathLst>
                  <a:path w="1902" h="3174" extrusionOk="0">
                    <a:moveTo>
                      <a:pt x="436" y="0"/>
                    </a:moveTo>
                    <a:lnTo>
                      <a:pt x="1" y="3174"/>
                    </a:lnTo>
                    <a:lnTo>
                      <a:pt x="1757" y="2384"/>
                    </a:lnTo>
                    <a:cubicBezTo>
                      <a:pt x="1902" y="274"/>
                      <a:pt x="436" y="0"/>
                      <a:pt x="4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44"/>
              <p:cNvSpPr/>
              <p:nvPr/>
            </p:nvSpPr>
            <p:spPr>
              <a:xfrm>
                <a:off x="5457329" y="1603566"/>
                <a:ext cx="510502" cy="823062"/>
              </a:xfrm>
              <a:custGeom>
                <a:avLst/>
                <a:gdLst/>
                <a:ahLst/>
                <a:cxnLst/>
                <a:rect l="l" t="t" r="r" b="b"/>
                <a:pathLst>
                  <a:path w="4696" h="7571" extrusionOk="0">
                    <a:moveTo>
                      <a:pt x="2570" y="0"/>
                    </a:moveTo>
                    <a:lnTo>
                      <a:pt x="2352" y="32"/>
                    </a:lnTo>
                    <a:cubicBezTo>
                      <a:pt x="1893" y="97"/>
                      <a:pt x="1241" y="218"/>
                      <a:pt x="822" y="411"/>
                    </a:cubicBezTo>
                    <a:cubicBezTo>
                      <a:pt x="717" y="459"/>
                      <a:pt x="621" y="540"/>
                      <a:pt x="508" y="798"/>
                    </a:cubicBezTo>
                    <a:cubicBezTo>
                      <a:pt x="371" y="1104"/>
                      <a:pt x="548" y="1063"/>
                      <a:pt x="596" y="1402"/>
                    </a:cubicBezTo>
                    <a:lnTo>
                      <a:pt x="0" y="7547"/>
                    </a:lnTo>
                    <a:cubicBezTo>
                      <a:pt x="0" y="7547"/>
                      <a:pt x="228" y="7571"/>
                      <a:pt x="629" y="7571"/>
                    </a:cubicBezTo>
                    <a:cubicBezTo>
                      <a:pt x="1431" y="7571"/>
                      <a:pt x="2929" y="7474"/>
                      <a:pt x="4696" y="6894"/>
                    </a:cubicBezTo>
                    <a:lnTo>
                      <a:pt x="4495" y="1361"/>
                    </a:lnTo>
                    <a:cubicBezTo>
                      <a:pt x="4511" y="878"/>
                      <a:pt x="4382" y="451"/>
                      <a:pt x="3939" y="322"/>
                    </a:cubicBezTo>
                    <a:cubicBezTo>
                      <a:pt x="3439" y="169"/>
                      <a:pt x="2827" y="8"/>
                      <a:pt x="25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44"/>
              <p:cNvSpPr/>
              <p:nvPr/>
            </p:nvSpPr>
            <p:spPr>
              <a:xfrm>
                <a:off x="5948485" y="1809248"/>
                <a:ext cx="8914" cy="183181"/>
              </a:xfrm>
              <a:custGeom>
                <a:avLst/>
                <a:gdLst/>
                <a:ahLst/>
                <a:cxnLst/>
                <a:rect l="l" t="t" r="r" b="b"/>
                <a:pathLst>
                  <a:path w="82" h="1685" fill="none" extrusionOk="0">
                    <a:moveTo>
                      <a:pt x="1" y="1"/>
                    </a:moveTo>
                    <a:lnTo>
                      <a:pt x="81" y="1684"/>
                    </a:lnTo>
                  </a:path>
                </a:pathLst>
              </a:custGeom>
              <a:noFill/>
              <a:ln w="95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44"/>
              <p:cNvSpPr/>
              <p:nvPr/>
            </p:nvSpPr>
            <p:spPr>
              <a:xfrm>
                <a:off x="5610503" y="1600957"/>
                <a:ext cx="285038" cy="103386"/>
              </a:xfrm>
              <a:custGeom>
                <a:avLst/>
                <a:gdLst/>
                <a:ahLst/>
                <a:cxnLst/>
                <a:rect l="l" t="t" r="r" b="b"/>
                <a:pathLst>
                  <a:path w="2622" h="951" extrusionOk="0">
                    <a:moveTo>
                      <a:pt x="1104" y="0"/>
                    </a:moveTo>
                    <a:cubicBezTo>
                      <a:pt x="460" y="32"/>
                      <a:pt x="1" y="234"/>
                      <a:pt x="1" y="234"/>
                    </a:cubicBezTo>
                    <a:cubicBezTo>
                      <a:pt x="1" y="234"/>
                      <a:pt x="315" y="950"/>
                      <a:pt x="1483" y="950"/>
                    </a:cubicBezTo>
                    <a:cubicBezTo>
                      <a:pt x="1489" y="950"/>
                      <a:pt x="1496" y="951"/>
                      <a:pt x="1502" y="951"/>
                    </a:cubicBezTo>
                    <a:cubicBezTo>
                      <a:pt x="2622" y="951"/>
                      <a:pt x="2200" y="250"/>
                      <a:pt x="2200" y="250"/>
                    </a:cubicBezTo>
                    <a:cubicBezTo>
                      <a:pt x="1724" y="97"/>
                      <a:pt x="1104" y="0"/>
                      <a:pt x="1104" y="0"/>
                    </a:cubicBezTo>
                    <a:close/>
                  </a:path>
                </a:pathLst>
              </a:custGeom>
              <a:solidFill>
                <a:srgbClr val="DB7E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44"/>
              <p:cNvSpPr/>
              <p:nvPr/>
            </p:nvSpPr>
            <p:spPr>
              <a:xfrm>
                <a:off x="5342748" y="1827729"/>
                <a:ext cx="230248" cy="447569"/>
              </a:xfrm>
              <a:custGeom>
                <a:avLst/>
                <a:gdLst/>
                <a:ahLst/>
                <a:cxnLst/>
                <a:rect l="l" t="t" r="r" b="b"/>
                <a:pathLst>
                  <a:path w="2118" h="4117" extrusionOk="0">
                    <a:moveTo>
                      <a:pt x="716" y="0"/>
                    </a:moveTo>
                    <a:lnTo>
                      <a:pt x="48" y="3455"/>
                    </a:lnTo>
                    <a:cubicBezTo>
                      <a:pt x="1" y="3839"/>
                      <a:pt x="403" y="4116"/>
                      <a:pt x="685" y="4116"/>
                    </a:cubicBezTo>
                    <a:cubicBezTo>
                      <a:pt x="693" y="4116"/>
                      <a:pt x="700" y="4116"/>
                      <a:pt x="708" y="4116"/>
                    </a:cubicBezTo>
                    <a:cubicBezTo>
                      <a:pt x="893" y="4107"/>
                      <a:pt x="1280" y="3987"/>
                      <a:pt x="1328" y="3809"/>
                    </a:cubicBezTo>
                    <a:cubicBezTo>
                      <a:pt x="1787" y="2352"/>
                      <a:pt x="2118" y="354"/>
                      <a:pt x="2118" y="354"/>
                    </a:cubicBezTo>
                    <a:lnTo>
                      <a:pt x="716" y="0"/>
                    </a:lnTo>
                    <a:close/>
                  </a:path>
                </a:pathLst>
              </a:custGeom>
              <a:solidFill>
                <a:srgbClr val="DB7E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44"/>
              <p:cNvSpPr/>
              <p:nvPr/>
            </p:nvSpPr>
            <p:spPr>
              <a:xfrm>
                <a:off x="5367099" y="1635093"/>
                <a:ext cx="239162" cy="34766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98" extrusionOk="0">
                    <a:moveTo>
                      <a:pt x="2143" y="0"/>
                    </a:moveTo>
                    <a:cubicBezTo>
                      <a:pt x="2143" y="0"/>
                      <a:pt x="202" y="145"/>
                      <a:pt x="1" y="2594"/>
                    </a:cubicBezTo>
                    <a:lnTo>
                      <a:pt x="2200" y="3198"/>
                    </a:lnTo>
                    <a:lnTo>
                      <a:pt x="1998" y="1434"/>
                    </a:lnTo>
                    <a:lnTo>
                      <a:pt x="214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44"/>
              <p:cNvSpPr/>
              <p:nvPr/>
            </p:nvSpPr>
            <p:spPr>
              <a:xfrm>
                <a:off x="5556256" y="1860995"/>
                <a:ext cx="21959" cy="107734"/>
              </a:xfrm>
              <a:custGeom>
                <a:avLst/>
                <a:gdLst/>
                <a:ahLst/>
                <a:cxnLst/>
                <a:rect l="l" t="t" r="r" b="b"/>
                <a:pathLst>
                  <a:path w="202" h="991" fill="none" extrusionOk="0">
                    <a:moveTo>
                      <a:pt x="1" y="991"/>
                    </a:moveTo>
                    <a:lnTo>
                      <a:pt x="202" y="0"/>
                    </a:lnTo>
                  </a:path>
                </a:pathLst>
              </a:custGeom>
              <a:noFill/>
              <a:ln w="95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44"/>
              <p:cNvSpPr/>
              <p:nvPr/>
            </p:nvSpPr>
            <p:spPr>
              <a:xfrm>
                <a:off x="5739217" y="1804356"/>
                <a:ext cx="127082" cy="160025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1472" extrusionOk="0">
                    <a:moveTo>
                      <a:pt x="121" y="1"/>
                    </a:moveTo>
                    <a:cubicBezTo>
                      <a:pt x="95" y="1"/>
                      <a:pt x="69" y="10"/>
                      <a:pt x="49" y="30"/>
                    </a:cubicBezTo>
                    <a:cubicBezTo>
                      <a:pt x="9" y="70"/>
                      <a:pt x="1" y="134"/>
                      <a:pt x="33" y="183"/>
                    </a:cubicBezTo>
                    <a:lnTo>
                      <a:pt x="983" y="1471"/>
                    </a:lnTo>
                    <a:lnTo>
                      <a:pt x="1169" y="1334"/>
                    </a:lnTo>
                    <a:lnTo>
                      <a:pt x="218" y="46"/>
                    </a:lnTo>
                    <a:cubicBezTo>
                      <a:pt x="195" y="18"/>
                      <a:pt x="158" y="1"/>
                      <a:pt x="1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44"/>
              <p:cNvSpPr/>
              <p:nvPr/>
            </p:nvSpPr>
            <p:spPr>
              <a:xfrm>
                <a:off x="5749762" y="1818923"/>
                <a:ext cx="24568" cy="21090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94" extrusionOk="0">
                    <a:moveTo>
                      <a:pt x="186" y="0"/>
                    </a:moveTo>
                    <a:lnTo>
                      <a:pt x="0" y="129"/>
                    </a:lnTo>
                    <a:lnTo>
                      <a:pt x="49" y="194"/>
                    </a:lnTo>
                    <a:lnTo>
                      <a:pt x="226" y="65"/>
                    </a:lnTo>
                    <a:lnTo>
                      <a:pt x="18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44"/>
              <p:cNvSpPr/>
              <p:nvPr/>
            </p:nvSpPr>
            <p:spPr>
              <a:xfrm>
                <a:off x="5779548" y="1926874"/>
                <a:ext cx="189155" cy="144261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1327" extrusionOk="0">
                    <a:moveTo>
                      <a:pt x="880" y="1"/>
                    </a:moveTo>
                    <a:cubicBezTo>
                      <a:pt x="167" y="1"/>
                      <a:pt x="0" y="779"/>
                      <a:pt x="0" y="779"/>
                    </a:cubicBezTo>
                    <a:lnTo>
                      <a:pt x="73" y="1287"/>
                    </a:lnTo>
                    <a:lnTo>
                      <a:pt x="484" y="1327"/>
                    </a:lnTo>
                    <a:lnTo>
                      <a:pt x="1740" y="288"/>
                    </a:lnTo>
                    <a:cubicBezTo>
                      <a:pt x="1390" y="80"/>
                      <a:pt x="1107" y="1"/>
                      <a:pt x="880" y="1"/>
                    </a:cubicBezTo>
                    <a:close/>
                  </a:path>
                </a:pathLst>
              </a:custGeom>
              <a:solidFill>
                <a:srgbClr val="DB7E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44"/>
              <p:cNvSpPr/>
              <p:nvPr/>
            </p:nvSpPr>
            <p:spPr>
              <a:xfrm>
                <a:off x="5364490" y="1982643"/>
                <a:ext cx="441363" cy="285370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2625" extrusionOk="0">
                    <a:moveTo>
                      <a:pt x="4060" y="1"/>
                    </a:moveTo>
                    <a:cubicBezTo>
                      <a:pt x="4060" y="1"/>
                      <a:pt x="1853" y="774"/>
                      <a:pt x="444" y="1346"/>
                    </a:cubicBezTo>
                    <a:cubicBezTo>
                      <a:pt x="218" y="1442"/>
                      <a:pt x="1" y="2095"/>
                      <a:pt x="105" y="2312"/>
                    </a:cubicBezTo>
                    <a:lnTo>
                      <a:pt x="275" y="2159"/>
                    </a:lnTo>
                    <a:cubicBezTo>
                      <a:pt x="355" y="2327"/>
                      <a:pt x="571" y="2624"/>
                      <a:pt x="785" y="2624"/>
                    </a:cubicBezTo>
                    <a:cubicBezTo>
                      <a:pt x="827" y="2624"/>
                      <a:pt x="870" y="2612"/>
                      <a:pt x="911" y="2586"/>
                    </a:cubicBezTo>
                    <a:lnTo>
                      <a:pt x="3891" y="766"/>
                    </a:lnTo>
                    <a:lnTo>
                      <a:pt x="4060" y="1"/>
                    </a:lnTo>
                    <a:close/>
                  </a:path>
                </a:pathLst>
              </a:custGeom>
              <a:solidFill>
                <a:srgbClr val="DB7E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44"/>
              <p:cNvSpPr/>
              <p:nvPr/>
            </p:nvSpPr>
            <p:spPr>
              <a:xfrm>
                <a:off x="5466135" y="2083309"/>
                <a:ext cx="64791" cy="24678"/>
              </a:xfrm>
              <a:custGeom>
                <a:avLst/>
                <a:gdLst/>
                <a:ahLst/>
                <a:cxnLst/>
                <a:rect l="l" t="t" r="r" b="b"/>
                <a:pathLst>
                  <a:path w="596" h="227" fill="none" extrusionOk="0">
                    <a:moveTo>
                      <a:pt x="596" y="1"/>
                    </a:moveTo>
                    <a:lnTo>
                      <a:pt x="0" y="226"/>
                    </a:lnTo>
                  </a:path>
                </a:pathLst>
              </a:custGeom>
              <a:noFill/>
              <a:ln w="95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44"/>
              <p:cNvSpPr/>
              <p:nvPr/>
            </p:nvSpPr>
            <p:spPr>
              <a:xfrm>
                <a:off x="5728128" y="1789898"/>
                <a:ext cx="627257" cy="444199"/>
              </a:xfrm>
              <a:custGeom>
                <a:avLst/>
                <a:gdLst/>
                <a:ahLst/>
                <a:cxnLst/>
                <a:rect l="l" t="t" r="r" b="b"/>
                <a:pathLst>
                  <a:path w="5770" h="4086" extrusionOk="0">
                    <a:moveTo>
                      <a:pt x="5622" y="0"/>
                    </a:moveTo>
                    <a:cubicBezTo>
                      <a:pt x="5616" y="0"/>
                      <a:pt x="5610" y="1"/>
                      <a:pt x="5604" y="2"/>
                    </a:cubicBezTo>
                    <a:lnTo>
                      <a:pt x="2664" y="243"/>
                    </a:lnTo>
                    <a:cubicBezTo>
                      <a:pt x="2567" y="251"/>
                      <a:pt x="2487" y="300"/>
                      <a:pt x="2430" y="380"/>
                    </a:cubicBezTo>
                    <a:lnTo>
                      <a:pt x="46" y="3948"/>
                    </a:lnTo>
                    <a:cubicBezTo>
                      <a:pt x="0" y="4009"/>
                      <a:pt x="49" y="4086"/>
                      <a:pt x="117" y="4086"/>
                    </a:cubicBezTo>
                    <a:cubicBezTo>
                      <a:pt x="120" y="4086"/>
                      <a:pt x="124" y="4085"/>
                      <a:pt x="127" y="4085"/>
                    </a:cubicBezTo>
                    <a:lnTo>
                      <a:pt x="2946" y="3779"/>
                    </a:lnTo>
                    <a:cubicBezTo>
                      <a:pt x="3091" y="3763"/>
                      <a:pt x="3220" y="3682"/>
                      <a:pt x="3308" y="3553"/>
                    </a:cubicBezTo>
                    <a:lnTo>
                      <a:pt x="5716" y="195"/>
                    </a:lnTo>
                    <a:cubicBezTo>
                      <a:pt x="5769" y="112"/>
                      <a:pt x="5716" y="0"/>
                      <a:pt x="56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44"/>
              <p:cNvSpPr/>
              <p:nvPr/>
            </p:nvSpPr>
            <p:spPr>
              <a:xfrm>
                <a:off x="6028170" y="1972098"/>
                <a:ext cx="77184" cy="77077"/>
              </a:xfrm>
              <a:custGeom>
                <a:avLst/>
                <a:gdLst/>
                <a:ahLst/>
                <a:cxnLst/>
                <a:rect l="l" t="t" r="r" b="b"/>
                <a:pathLst>
                  <a:path w="710" h="709" extrusionOk="0">
                    <a:moveTo>
                      <a:pt x="417" y="1"/>
                    </a:moveTo>
                    <a:cubicBezTo>
                      <a:pt x="301" y="1"/>
                      <a:pt x="176" y="76"/>
                      <a:pt x="105" y="210"/>
                    </a:cubicBezTo>
                    <a:cubicBezTo>
                      <a:pt x="1" y="387"/>
                      <a:pt x="33" y="597"/>
                      <a:pt x="170" y="677"/>
                    </a:cubicBezTo>
                    <a:cubicBezTo>
                      <a:pt x="206" y="699"/>
                      <a:pt x="246" y="709"/>
                      <a:pt x="288" y="709"/>
                    </a:cubicBezTo>
                    <a:cubicBezTo>
                      <a:pt x="406" y="709"/>
                      <a:pt x="533" y="631"/>
                      <a:pt x="605" y="500"/>
                    </a:cubicBezTo>
                    <a:cubicBezTo>
                      <a:pt x="709" y="323"/>
                      <a:pt x="677" y="114"/>
                      <a:pt x="540" y="33"/>
                    </a:cubicBezTo>
                    <a:cubicBezTo>
                      <a:pt x="503" y="11"/>
                      <a:pt x="461" y="1"/>
                      <a:pt x="417" y="1"/>
                    </a:cubicBezTo>
                    <a:close/>
                  </a:path>
                </a:pathLst>
              </a:custGeom>
              <a:solidFill>
                <a:srgbClr val="FFFFFF">
                  <a:alpha val="111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44"/>
              <p:cNvSpPr/>
              <p:nvPr/>
            </p:nvSpPr>
            <p:spPr>
              <a:xfrm>
                <a:off x="6082417" y="2029932"/>
                <a:ext cx="120125" cy="131760"/>
              </a:xfrm>
              <a:custGeom>
                <a:avLst/>
                <a:gdLst/>
                <a:ahLst/>
                <a:cxnLst/>
                <a:rect l="l" t="t" r="r" b="b"/>
                <a:pathLst>
                  <a:path w="1105" h="1212" extrusionOk="0">
                    <a:moveTo>
                      <a:pt x="1016" y="0"/>
                    </a:moveTo>
                    <a:lnTo>
                      <a:pt x="919" y="129"/>
                    </a:lnTo>
                    <a:cubicBezTo>
                      <a:pt x="919" y="129"/>
                      <a:pt x="847" y="98"/>
                      <a:pt x="745" y="98"/>
                    </a:cubicBezTo>
                    <a:cubicBezTo>
                      <a:pt x="615" y="98"/>
                      <a:pt x="435" y="149"/>
                      <a:pt x="291" y="379"/>
                    </a:cubicBezTo>
                    <a:cubicBezTo>
                      <a:pt x="1" y="822"/>
                      <a:pt x="146" y="1209"/>
                      <a:pt x="146" y="1209"/>
                    </a:cubicBezTo>
                    <a:cubicBezTo>
                      <a:pt x="146" y="1209"/>
                      <a:pt x="162" y="1211"/>
                      <a:pt x="191" y="1211"/>
                    </a:cubicBezTo>
                    <a:cubicBezTo>
                      <a:pt x="300" y="1211"/>
                      <a:pt x="585" y="1176"/>
                      <a:pt x="871" y="846"/>
                    </a:cubicBezTo>
                    <a:cubicBezTo>
                      <a:pt x="1056" y="637"/>
                      <a:pt x="1104" y="371"/>
                      <a:pt x="1016" y="0"/>
                    </a:cubicBezTo>
                    <a:close/>
                  </a:path>
                </a:pathLst>
              </a:custGeom>
              <a:solidFill>
                <a:srgbClr val="DB7E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44"/>
              <p:cNvSpPr/>
              <p:nvPr/>
            </p:nvSpPr>
            <p:spPr>
              <a:xfrm>
                <a:off x="5618439" y="1138499"/>
                <a:ext cx="332761" cy="295915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2722" extrusionOk="0">
                    <a:moveTo>
                      <a:pt x="1432" y="0"/>
                    </a:moveTo>
                    <a:cubicBezTo>
                      <a:pt x="766" y="0"/>
                      <a:pt x="159" y="273"/>
                      <a:pt x="89" y="1016"/>
                    </a:cubicBezTo>
                    <a:cubicBezTo>
                      <a:pt x="0" y="1935"/>
                      <a:pt x="862" y="2676"/>
                      <a:pt x="1418" y="2716"/>
                    </a:cubicBezTo>
                    <a:cubicBezTo>
                      <a:pt x="1463" y="2720"/>
                      <a:pt x="1507" y="2721"/>
                      <a:pt x="1552" y="2721"/>
                    </a:cubicBezTo>
                    <a:cubicBezTo>
                      <a:pt x="2269" y="2721"/>
                      <a:pt x="2889" y="2237"/>
                      <a:pt x="2972" y="1532"/>
                    </a:cubicBezTo>
                    <a:cubicBezTo>
                      <a:pt x="3061" y="791"/>
                      <a:pt x="2505" y="114"/>
                      <a:pt x="1732" y="18"/>
                    </a:cubicBezTo>
                    <a:cubicBezTo>
                      <a:pt x="1632" y="6"/>
                      <a:pt x="1531" y="0"/>
                      <a:pt x="14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44"/>
              <p:cNvSpPr/>
              <p:nvPr/>
            </p:nvSpPr>
            <p:spPr>
              <a:xfrm>
                <a:off x="5849558" y="1345703"/>
                <a:ext cx="104253" cy="92079"/>
              </a:xfrm>
              <a:custGeom>
                <a:avLst/>
                <a:gdLst/>
                <a:ahLst/>
                <a:cxnLst/>
                <a:rect l="l" t="t" r="r" b="b"/>
                <a:pathLst>
                  <a:path w="959" h="847" extrusionOk="0">
                    <a:moveTo>
                      <a:pt x="481" y="0"/>
                    </a:moveTo>
                    <a:cubicBezTo>
                      <a:pt x="263" y="0"/>
                      <a:pt x="70" y="161"/>
                      <a:pt x="41" y="383"/>
                    </a:cubicBezTo>
                    <a:cubicBezTo>
                      <a:pt x="1" y="625"/>
                      <a:pt x="178" y="810"/>
                      <a:pt x="419" y="842"/>
                    </a:cubicBezTo>
                    <a:cubicBezTo>
                      <a:pt x="438" y="845"/>
                      <a:pt x="457" y="847"/>
                      <a:pt x="476" y="847"/>
                    </a:cubicBezTo>
                    <a:cubicBezTo>
                      <a:pt x="695" y="847"/>
                      <a:pt x="890" y="638"/>
                      <a:pt x="927" y="415"/>
                    </a:cubicBezTo>
                    <a:cubicBezTo>
                      <a:pt x="959" y="174"/>
                      <a:pt x="782" y="45"/>
                      <a:pt x="540" y="4"/>
                    </a:cubicBezTo>
                    <a:cubicBezTo>
                      <a:pt x="520" y="2"/>
                      <a:pt x="501" y="0"/>
                      <a:pt x="481" y="0"/>
                    </a:cubicBezTo>
                    <a:close/>
                  </a:path>
                </a:pathLst>
              </a:custGeom>
              <a:solidFill>
                <a:srgbClr val="CE68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44"/>
              <p:cNvSpPr/>
              <p:nvPr/>
            </p:nvSpPr>
            <p:spPr>
              <a:xfrm>
                <a:off x="5680621" y="1422345"/>
                <a:ext cx="140997" cy="246125"/>
              </a:xfrm>
              <a:custGeom>
                <a:avLst/>
                <a:gdLst/>
                <a:ahLst/>
                <a:cxnLst/>
                <a:rect l="l" t="t" r="r" b="b"/>
                <a:pathLst>
                  <a:path w="1297" h="2264" extrusionOk="0">
                    <a:moveTo>
                      <a:pt x="435" y="0"/>
                    </a:moveTo>
                    <a:lnTo>
                      <a:pt x="0" y="2062"/>
                    </a:lnTo>
                    <a:lnTo>
                      <a:pt x="1128" y="2263"/>
                    </a:lnTo>
                    <a:lnTo>
                      <a:pt x="1297" y="371"/>
                    </a:lnTo>
                    <a:lnTo>
                      <a:pt x="435" y="0"/>
                    </a:lnTo>
                    <a:close/>
                  </a:path>
                </a:pathLst>
              </a:custGeom>
              <a:solidFill>
                <a:srgbClr val="DB7E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44"/>
              <p:cNvSpPr/>
              <p:nvPr/>
            </p:nvSpPr>
            <p:spPr>
              <a:xfrm>
                <a:off x="5710408" y="1448544"/>
                <a:ext cx="108601" cy="112191"/>
              </a:xfrm>
              <a:custGeom>
                <a:avLst/>
                <a:gdLst/>
                <a:ahLst/>
                <a:cxnLst/>
                <a:rect l="l" t="t" r="r" b="b"/>
                <a:pathLst>
                  <a:path w="999" h="103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74" y="911"/>
                      <a:pt x="942" y="1032"/>
                      <a:pt x="942" y="1032"/>
                    </a:cubicBezTo>
                    <a:lnTo>
                      <a:pt x="999" y="37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B303A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44"/>
              <p:cNvSpPr/>
              <p:nvPr/>
            </p:nvSpPr>
            <p:spPr>
              <a:xfrm>
                <a:off x="5654531" y="1165677"/>
                <a:ext cx="308084" cy="356577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3280" extrusionOk="0">
                    <a:moveTo>
                      <a:pt x="1422" y="1"/>
                    </a:moveTo>
                    <a:cubicBezTo>
                      <a:pt x="0" y="1"/>
                      <a:pt x="168" y="1403"/>
                      <a:pt x="168" y="1403"/>
                    </a:cubicBezTo>
                    <a:lnTo>
                      <a:pt x="208" y="1741"/>
                    </a:lnTo>
                    <a:cubicBezTo>
                      <a:pt x="192" y="1991"/>
                      <a:pt x="256" y="2321"/>
                      <a:pt x="361" y="2546"/>
                    </a:cubicBezTo>
                    <a:cubicBezTo>
                      <a:pt x="572" y="3007"/>
                      <a:pt x="966" y="3279"/>
                      <a:pt x="1361" y="3279"/>
                    </a:cubicBezTo>
                    <a:cubicBezTo>
                      <a:pt x="1464" y="3279"/>
                      <a:pt x="1566" y="3261"/>
                      <a:pt x="1666" y="3223"/>
                    </a:cubicBezTo>
                    <a:cubicBezTo>
                      <a:pt x="2205" y="3013"/>
                      <a:pt x="2391" y="2691"/>
                      <a:pt x="2616" y="1443"/>
                    </a:cubicBezTo>
                    <a:cubicBezTo>
                      <a:pt x="2834" y="187"/>
                      <a:pt x="1875" y="42"/>
                      <a:pt x="1875" y="42"/>
                    </a:cubicBezTo>
                    <a:cubicBezTo>
                      <a:pt x="1708" y="13"/>
                      <a:pt x="1558" y="1"/>
                      <a:pt x="1422" y="1"/>
                    </a:cubicBezTo>
                    <a:close/>
                  </a:path>
                </a:pathLst>
              </a:custGeom>
              <a:solidFill>
                <a:srgbClr val="DB7E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44"/>
              <p:cNvSpPr/>
              <p:nvPr/>
            </p:nvSpPr>
            <p:spPr>
              <a:xfrm>
                <a:off x="5656922" y="1215684"/>
                <a:ext cx="84142" cy="156872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443" extrusionOk="0">
                    <a:moveTo>
                      <a:pt x="299" y="0"/>
                    </a:moveTo>
                    <a:lnTo>
                      <a:pt x="1" y="902"/>
                    </a:lnTo>
                    <a:lnTo>
                      <a:pt x="420" y="1442"/>
                    </a:lnTo>
                    <a:cubicBezTo>
                      <a:pt x="774" y="395"/>
                      <a:pt x="299" y="0"/>
                      <a:pt x="2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44"/>
              <p:cNvSpPr/>
              <p:nvPr/>
            </p:nvSpPr>
            <p:spPr>
              <a:xfrm>
                <a:off x="5609633" y="1325265"/>
                <a:ext cx="99904" cy="94689"/>
              </a:xfrm>
              <a:custGeom>
                <a:avLst/>
                <a:gdLst/>
                <a:ahLst/>
                <a:cxnLst/>
                <a:rect l="l" t="t" r="r" b="b"/>
                <a:pathLst>
                  <a:path w="919" h="871" extrusionOk="0">
                    <a:moveTo>
                      <a:pt x="356" y="1"/>
                    </a:moveTo>
                    <a:cubicBezTo>
                      <a:pt x="230" y="1"/>
                      <a:pt x="133" y="68"/>
                      <a:pt x="81" y="217"/>
                    </a:cubicBezTo>
                    <a:cubicBezTo>
                      <a:pt x="1" y="450"/>
                      <a:pt x="97" y="756"/>
                      <a:pt x="331" y="829"/>
                    </a:cubicBezTo>
                    <a:cubicBezTo>
                      <a:pt x="419" y="856"/>
                      <a:pt x="492" y="870"/>
                      <a:pt x="553" y="870"/>
                    </a:cubicBezTo>
                    <a:cubicBezTo>
                      <a:pt x="703" y="870"/>
                      <a:pt x="781" y="786"/>
                      <a:pt x="838" y="619"/>
                    </a:cubicBezTo>
                    <a:cubicBezTo>
                      <a:pt x="919" y="394"/>
                      <a:pt x="758" y="136"/>
                      <a:pt x="597" y="64"/>
                    </a:cubicBezTo>
                    <a:cubicBezTo>
                      <a:pt x="509" y="23"/>
                      <a:pt x="428" y="1"/>
                      <a:pt x="356" y="1"/>
                    </a:cubicBezTo>
                    <a:close/>
                  </a:path>
                </a:pathLst>
              </a:custGeom>
              <a:solidFill>
                <a:srgbClr val="DB7E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44"/>
              <p:cNvSpPr/>
              <p:nvPr/>
            </p:nvSpPr>
            <p:spPr>
              <a:xfrm>
                <a:off x="5647356" y="1350486"/>
                <a:ext cx="28917" cy="3598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331" fill="none" extrusionOk="0">
                    <a:moveTo>
                      <a:pt x="0" y="25"/>
                    </a:moveTo>
                    <a:cubicBezTo>
                      <a:pt x="0" y="25"/>
                      <a:pt x="226" y="1"/>
                      <a:pt x="266" y="331"/>
                    </a:cubicBezTo>
                  </a:path>
                </a:pathLst>
              </a:custGeom>
              <a:noFill/>
              <a:ln w="95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44"/>
              <p:cNvSpPr/>
              <p:nvPr/>
            </p:nvSpPr>
            <p:spPr>
              <a:xfrm>
                <a:off x="5665728" y="1152958"/>
                <a:ext cx="261013" cy="83817"/>
              </a:xfrm>
              <a:custGeom>
                <a:avLst/>
                <a:gdLst/>
                <a:ahLst/>
                <a:cxnLst/>
                <a:rect l="l" t="t" r="r" b="b"/>
                <a:pathLst>
                  <a:path w="2401" h="771" extrusionOk="0">
                    <a:moveTo>
                      <a:pt x="1325" y="1"/>
                    </a:moveTo>
                    <a:cubicBezTo>
                      <a:pt x="1232" y="1"/>
                      <a:pt x="1131" y="10"/>
                      <a:pt x="1023" y="30"/>
                    </a:cubicBezTo>
                    <a:cubicBezTo>
                      <a:pt x="24" y="215"/>
                      <a:pt x="0" y="771"/>
                      <a:pt x="0" y="771"/>
                    </a:cubicBezTo>
                    <a:lnTo>
                      <a:pt x="290" y="658"/>
                    </a:lnTo>
                    <a:cubicBezTo>
                      <a:pt x="290" y="658"/>
                      <a:pt x="845" y="367"/>
                      <a:pt x="1492" y="367"/>
                    </a:cubicBezTo>
                    <a:cubicBezTo>
                      <a:pt x="1790" y="367"/>
                      <a:pt x="2108" y="429"/>
                      <a:pt x="2400" y="610"/>
                    </a:cubicBezTo>
                    <a:cubicBezTo>
                      <a:pt x="2400" y="610"/>
                      <a:pt x="2099" y="1"/>
                      <a:pt x="132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44"/>
              <p:cNvSpPr/>
              <p:nvPr/>
            </p:nvSpPr>
            <p:spPr>
              <a:xfrm>
                <a:off x="5739217" y="1165786"/>
                <a:ext cx="200679" cy="87731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807" extrusionOk="0">
                    <a:moveTo>
                      <a:pt x="734" y="0"/>
                    </a:moveTo>
                    <a:lnTo>
                      <a:pt x="1" y="298"/>
                    </a:lnTo>
                    <a:cubicBezTo>
                      <a:pt x="1" y="298"/>
                      <a:pt x="509" y="806"/>
                      <a:pt x="1786" y="806"/>
                    </a:cubicBezTo>
                    <a:cubicBezTo>
                      <a:pt x="1805" y="806"/>
                      <a:pt x="1825" y="806"/>
                      <a:pt x="1845" y="806"/>
                    </a:cubicBezTo>
                    <a:cubicBezTo>
                      <a:pt x="1845" y="806"/>
                      <a:pt x="1781" y="492"/>
                      <a:pt x="1604" y="314"/>
                    </a:cubicBezTo>
                    <a:lnTo>
                      <a:pt x="73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44"/>
              <p:cNvSpPr/>
              <p:nvPr/>
            </p:nvSpPr>
            <p:spPr>
              <a:xfrm>
                <a:off x="5845210" y="1379404"/>
                <a:ext cx="18481" cy="37723"/>
              </a:xfrm>
              <a:custGeom>
                <a:avLst/>
                <a:gdLst/>
                <a:ahLst/>
                <a:cxnLst/>
                <a:rect l="l" t="t" r="r" b="b"/>
                <a:pathLst>
                  <a:path w="170" h="347" fill="none" extrusionOk="0">
                    <a:moveTo>
                      <a:pt x="97" y="0"/>
                    </a:moveTo>
                    <a:lnTo>
                      <a:pt x="169" y="274"/>
                    </a:lnTo>
                    <a:lnTo>
                      <a:pt x="0" y="347"/>
                    </a:lnTo>
                  </a:path>
                </a:pathLst>
              </a:custGeom>
              <a:noFill/>
              <a:ln w="95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44"/>
              <p:cNvSpPr/>
              <p:nvPr/>
            </p:nvSpPr>
            <p:spPr>
              <a:xfrm>
                <a:off x="5751501" y="1334723"/>
                <a:ext cx="74575" cy="30440"/>
              </a:xfrm>
              <a:custGeom>
                <a:avLst/>
                <a:gdLst/>
                <a:ahLst/>
                <a:cxnLst/>
                <a:rect l="l" t="t" r="r" b="b"/>
                <a:pathLst>
                  <a:path w="686" h="280" extrusionOk="0">
                    <a:moveTo>
                      <a:pt x="331" y="0"/>
                    </a:moveTo>
                    <a:cubicBezTo>
                      <a:pt x="243" y="0"/>
                      <a:pt x="1" y="11"/>
                      <a:pt x="1" y="130"/>
                    </a:cubicBezTo>
                    <a:cubicBezTo>
                      <a:pt x="1" y="267"/>
                      <a:pt x="323" y="275"/>
                      <a:pt x="323" y="275"/>
                    </a:cubicBezTo>
                    <a:cubicBezTo>
                      <a:pt x="323" y="275"/>
                      <a:pt x="363" y="279"/>
                      <a:pt x="417" y="279"/>
                    </a:cubicBezTo>
                    <a:cubicBezTo>
                      <a:pt x="524" y="279"/>
                      <a:pt x="685" y="261"/>
                      <a:pt x="685" y="154"/>
                    </a:cubicBezTo>
                    <a:cubicBezTo>
                      <a:pt x="677" y="1"/>
                      <a:pt x="363" y="1"/>
                      <a:pt x="363" y="1"/>
                    </a:cubicBezTo>
                    <a:cubicBezTo>
                      <a:pt x="363" y="1"/>
                      <a:pt x="351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44"/>
              <p:cNvSpPr/>
              <p:nvPr/>
            </p:nvSpPr>
            <p:spPr>
              <a:xfrm>
                <a:off x="5773352" y="1331245"/>
                <a:ext cx="42179" cy="36854"/>
              </a:xfrm>
              <a:custGeom>
                <a:avLst/>
                <a:gdLst/>
                <a:ahLst/>
                <a:cxnLst/>
                <a:rect l="l" t="t" r="r" b="b"/>
                <a:pathLst>
                  <a:path w="388" h="339" extrusionOk="0">
                    <a:moveTo>
                      <a:pt x="194" y="1"/>
                    </a:moveTo>
                    <a:cubicBezTo>
                      <a:pt x="90" y="1"/>
                      <a:pt x="1" y="73"/>
                      <a:pt x="1" y="162"/>
                    </a:cubicBezTo>
                    <a:cubicBezTo>
                      <a:pt x="1" y="258"/>
                      <a:pt x="81" y="331"/>
                      <a:pt x="186" y="339"/>
                    </a:cubicBezTo>
                    <a:cubicBezTo>
                      <a:pt x="291" y="339"/>
                      <a:pt x="379" y="266"/>
                      <a:pt x="387" y="178"/>
                    </a:cubicBezTo>
                    <a:cubicBezTo>
                      <a:pt x="387" y="81"/>
                      <a:pt x="307" y="1"/>
                      <a:pt x="1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44"/>
              <p:cNvSpPr/>
              <p:nvPr/>
            </p:nvSpPr>
            <p:spPr>
              <a:xfrm>
                <a:off x="5868800" y="1349943"/>
                <a:ext cx="58812" cy="28483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62" extrusionOk="0">
                    <a:moveTo>
                      <a:pt x="214" y="0"/>
                    </a:moveTo>
                    <a:cubicBezTo>
                      <a:pt x="147" y="0"/>
                      <a:pt x="53" y="16"/>
                      <a:pt x="33" y="102"/>
                    </a:cubicBezTo>
                    <a:cubicBezTo>
                      <a:pt x="1" y="231"/>
                      <a:pt x="267" y="255"/>
                      <a:pt x="267" y="255"/>
                    </a:cubicBezTo>
                    <a:cubicBezTo>
                      <a:pt x="267" y="255"/>
                      <a:pt x="300" y="261"/>
                      <a:pt x="342" y="261"/>
                    </a:cubicBezTo>
                    <a:cubicBezTo>
                      <a:pt x="410" y="261"/>
                      <a:pt x="501" y="246"/>
                      <a:pt x="516" y="167"/>
                    </a:cubicBezTo>
                    <a:cubicBezTo>
                      <a:pt x="540" y="46"/>
                      <a:pt x="283" y="6"/>
                      <a:pt x="283" y="6"/>
                    </a:cubicBezTo>
                    <a:cubicBezTo>
                      <a:pt x="283" y="6"/>
                      <a:pt x="253" y="0"/>
                      <a:pt x="2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44"/>
              <p:cNvSpPr/>
              <p:nvPr/>
            </p:nvSpPr>
            <p:spPr>
              <a:xfrm>
                <a:off x="5881954" y="1347551"/>
                <a:ext cx="34244" cy="32288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97" extrusionOk="0">
                    <a:moveTo>
                      <a:pt x="152" y="1"/>
                    </a:moveTo>
                    <a:cubicBezTo>
                      <a:pt x="88" y="1"/>
                      <a:pt x="23" y="53"/>
                      <a:pt x="9" y="124"/>
                    </a:cubicBezTo>
                    <a:cubicBezTo>
                      <a:pt x="1" y="205"/>
                      <a:pt x="49" y="277"/>
                      <a:pt x="129" y="293"/>
                    </a:cubicBezTo>
                    <a:cubicBezTo>
                      <a:pt x="139" y="295"/>
                      <a:pt x="148" y="296"/>
                      <a:pt x="157" y="296"/>
                    </a:cubicBezTo>
                    <a:cubicBezTo>
                      <a:pt x="228" y="296"/>
                      <a:pt x="291" y="244"/>
                      <a:pt x="299" y="173"/>
                    </a:cubicBezTo>
                    <a:cubicBezTo>
                      <a:pt x="315" y="92"/>
                      <a:pt x="258" y="12"/>
                      <a:pt x="178" y="4"/>
                    </a:cubicBezTo>
                    <a:cubicBezTo>
                      <a:pt x="169" y="2"/>
                      <a:pt x="161" y="1"/>
                      <a:pt x="15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44"/>
              <p:cNvSpPr/>
              <p:nvPr/>
            </p:nvSpPr>
            <p:spPr>
              <a:xfrm>
                <a:off x="5740956" y="1271671"/>
                <a:ext cx="92947" cy="32614"/>
              </a:xfrm>
              <a:custGeom>
                <a:avLst/>
                <a:gdLst/>
                <a:ahLst/>
                <a:cxnLst/>
                <a:rect l="l" t="t" r="r" b="b"/>
                <a:pathLst>
                  <a:path w="855" h="300" extrusionOk="0">
                    <a:moveTo>
                      <a:pt x="710" y="1"/>
                    </a:moveTo>
                    <a:lnTo>
                      <a:pt x="138" y="17"/>
                    </a:lnTo>
                    <a:cubicBezTo>
                      <a:pt x="57" y="17"/>
                      <a:pt x="1" y="81"/>
                      <a:pt x="1" y="162"/>
                    </a:cubicBezTo>
                    <a:cubicBezTo>
                      <a:pt x="1" y="238"/>
                      <a:pt x="58" y="300"/>
                      <a:pt x="132" y="300"/>
                    </a:cubicBezTo>
                    <a:cubicBezTo>
                      <a:pt x="137" y="300"/>
                      <a:pt x="141" y="299"/>
                      <a:pt x="146" y="299"/>
                    </a:cubicBezTo>
                    <a:lnTo>
                      <a:pt x="718" y="291"/>
                    </a:lnTo>
                    <a:cubicBezTo>
                      <a:pt x="798" y="283"/>
                      <a:pt x="855" y="218"/>
                      <a:pt x="855" y="146"/>
                    </a:cubicBezTo>
                    <a:cubicBezTo>
                      <a:pt x="855" y="65"/>
                      <a:pt x="790" y="1"/>
                      <a:pt x="71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44"/>
              <p:cNvSpPr/>
              <p:nvPr/>
            </p:nvSpPr>
            <p:spPr>
              <a:xfrm>
                <a:off x="5874127" y="1283303"/>
                <a:ext cx="74466" cy="41419"/>
              </a:xfrm>
              <a:custGeom>
                <a:avLst/>
                <a:gdLst/>
                <a:ahLst/>
                <a:cxnLst/>
                <a:rect l="l" t="t" r="r" b="b"/>
                <a:pathLst>
                  <a:path w="685" h="381" extrusionOk="0">
                    <a:moveTo>
                      <a:pt x="155" y="0"/>
                    </a:moveTo>
                    <a:cubicBezTo>
                      <a:pt x="94" y="0"/>
                      <a:pt x="38" y="44"/>
                      <a:pt x="24" y="103"/>
                    </a:cubicBezTo>
                    <a:cubicBezTo>
                      <a:pt x="0" y="184"/>
                      <a:pt x="48" y="256"/>
                      <a:pt x="121" y="280"/>
                    </a:cubicBezTo>
                    <a:lnTo>
                      <a:pt x="491" y="377"/>
                    </a:lnTo>
                    <a:cubicBezTo>
                      <a:pt x="502" y="379"/>
                      <a:pt x="512" y="380"/>
                      <a:pt x="522" y="380"/>
                    </a:cubicBezTo>
                    <a:cubicBezTo>
                      <a:pt x="590" y="380"/>
                      <a:pt x="648" y="335"/>
                      <a:pt x="669" y="272"/>
                    </a:cubicBezTo>
                    <a:cubicBezTo>
                      <a:pt x="685" y="200"/>
                      <a:pt x="644" y="119"/>
                      <a:pt x="564" y="103"/>
                    </a:cubicBezTo>
                    <a:lnTo>
                      <a:pt x="193" y="7"/>
                    </a:lnTo>
                    <a:cubicBezTo>
                      <a:pt x="181" y="2"/>
                      <a:pt x="167" y="0"/>
                      <a:pt x="1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44"/>
              <p:cNvSpPr/>
              <p:nvPr/>
            </p:nvSpPr>
            <p:spPr>
              <a:xfrm>
                <a:off x="5789115" y="1427563"/>
                <a:ext cx="67618" cy="29244"/>
              </a:xfrm>
              <a:custGeom>
                <a:avLst/>
                <a:gdLst/>
                <a:ahLst/>
                <a:cxnLst/>
                <a:rect l="l" t="t" r="r" b="b"/>
                <a:pathLst>
                  <a:path w="622" h="26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0"/>
                      <a:pt x="33" y="226"/>
                      <a:pt x="331" y="266"/>
                    </a:cubicBezTo>
                    <a:cubicBezTo>
                      <a:pt x="346" y="268"/>
                      <a:pt x="361" y="268"/>
                      <a:pt x="375" y="268"/>
                    </a:cubicBezTo>
                    <a:cubicBezTo>
                      <a:pt x="586" y="268"/>
                      <a:pt x="621" y="105"/>
                      <a:pt x="621" y="105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44"/>
              <p:cNvSpPr/>
              <p:nvPr/>
            </p:nvSpPr>
            <p:spPr>
              <a:xfrm>
                <a:off x="6864425" y="2958565"/>
                <a:ext cx="2476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9906" h="2572" extrusionOk="0">
                    <a:moveTo>
                      <a:pt x="0" y="1381"/>
                    </a:moveTo>
                    <a:lnTo>
                      <a:pt x="357" y="2572"/>
                    </a:lnTo>
                    <a:lnTo>
                      <a:pt x="1571" y="1953"/>
                    </a:lnTo>
                    <a:lnTo>
                      <a:pt x="8763" y="2119"/>
                    </a:lnTo>
                    <a:lnTo>
                      <a:pt x="990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cxnSp>
            <p:nvCxnSpPr>
              <p:cNvPr id="905" name="Google Shape;905;p44"/>
              <p:cNvCxnSpPr/>
              <p:nvPr/>
            </p:nvCxnSpPr>
            <p:spPr>
              <a:xfrm>
                <a:off x="6176725" y="1138500"/>
                <a:ext cx="1039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6" name="Google Shape;906;p44"/>
              <p:cNvCxnSpPr/>
              <p:nvPr/>
            </p:nvCxnSpPr>
            <p:spPr>
              <a:xfrm>
                <a:off x="6176725" y="1464700"/>
                <a:ext cx="1039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7" name="Google Shape;907;p44"/>
              <p:cNvCxnSpPr/>
              <p:nvPr/>
            </p:nvCxnSpPr>
            <p:spPr>
              <a:xfrm>
                <a:off x="6176725" y="1355967"/>
                <a:ext cx="1039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8" name="Google Shape;908;p44"/>
              <p:cNvCxnSpPr/>
              <p:nvPr/>
            </p:nvCxnSpPr>
            <p:spPr>
              <a:xfrm>
                <a:off x="6176725" y="1247233"/>
                <a:ext cx="1039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909" name="Google Shape;909;p44"/>
            <p:cNvCxnSpPr/>
            <p:nvPr/>
          </p:nvCxnSpPr>
          <p:spPr>
            <a:xfrm rot="10800000" flipH="1">
              <a:off x="7222325" y="1907800"/>
              <a:ext cx="153000" cy="22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67"/>
          <p:cNvSpPr/>
          <p:nvPr/>
        </p:nvSpPr>
        <p:spPr>
          <a:xfrm flipH="1">
            <a:off x="7307525" y="1037700"/>
            <a:ext cx="1001400" cy="1001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5" name="Google Shape;1625;p67"/>
          <p:cNvSpPr txBox="1">
            <a:spLocks noGrp="1"/>
          </p:cNvSpPr>
          <p:nvPr>
            <p:ph type="title"/>
          </p:nvPr>
        </p:nvSpPr>
        <p:spPr>
          <a:xfrm flipH="1">
            <a:off x="4145275" y="2248375"/>
            <a:ext cx="4285500" cy="162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You!</a:t>
            </a:r>
            <a:endParaRPr dirty="0"/>
          </a:p>
        </p:txBody>
      </p:sp>
      <p:sp>
        <p:nvSpPr>
          <p:cNvPr id="1626" name="Google Shape;1626;p67"/>
          <p:cNvSpPr txBox="1">
            <a:spLocks noGrp="1"/>
          </p:cNvSpPr>
          <p:nvPr>
            <p:ph type="title" idx="2"/>
          </p:nvPr>
        </p:nvSpPr>
        <p:spPr>
          <a:xfrm flipH="1">
            <a:off x="7324575" y="1145100"/>
            <a:ext cx="1001400" cy="786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  <p:grpSp>
        <p:nvGrpSpPr>
          <p:cNvPr id="1628" name="Google Shape;1628;p67"/>
          <p:cNvGrpSpPr/>
          <p:nvPr/>
        </p:nvGrpSpPr>
        <p:grpSpPr>
          <a:xfrm>
            <a:off x="800400" y="749052"/>
            <a:ext cx="2375570" cy="3645395"/>
            <a:chOff x="800400" y="749052"/>
            <a:chExt cx="2375570" cy="3645395"/>
          </a:xfrm>
        </p:grpSpPr>
        <p:sp>
          <p:nvSpPr>
            <p:cNvPr id="1629" name="Google Shape;1629;p67"/>
            <p:cNvSpPr/>
            <p:nvPr/>
          </p:nvSpPr>
          <p:spPr>
            <a:xfrm>
              <a:off x="1005668" y="1279495"/>
              <a:ext cx="221544" cy="552094"/>
            </a:xfrm>
            <a:custGeom>
              <a:avLst/>
              <a:gdLst/>
              <a:ahLst/>
              <a:cxnLst/>
              <a:rect l="l" t="t" r="r" b="b"/>
              <a:pathLst>
                <a:path w="1443" h="3596" extrusionOk="0">
                  <a:moveTo>
                    <a:pt x="1" y="1"/>
                  </a:moveTo>
                  <a:lnTo>
                    <a:pt x="347" y="3086"/>
                  </a:lnTo>
                  <a:cubicBezTo>
                    <a:pt x="354" y="3376"/>
                    <a:pt x="593" y="3595"/>
                    <a:pt x="869" y="3595"/>
                  </a:cubicBezTo>
                  <a:cubicBezTo>
                    <a:pt x="914" y="3595"/>
                    <a:pt x="961" y="3589"/>
                    <a:pt x="1007" y="3577"/>
                  </a:cubicBezTo>
                  <a:cubicBezTo>
                    <a:pt x="1281" y="3504"/>
                    <a:pt x="1442" y="3222"/>
                    <a:pt x="1386" y="2949"/>
                  </a:cubicBezTo>
                  <a:lnTo>
                    <a:pt x="460" y="1"/>
                  </a:lnTo>
                  <a:close/>
                </a:path>
              </a:pathLst>
            </a:custGeom>
            <a:solidFill>
              <a:srgbClr val="DB7E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67"/>
            <p:cNvSpPr/>
            <p:nvPr/>
          </p:nvSpPr>
          <p:spPr>
            <a:xfrm>
              <a:off x="877164" y="995927"/>
              <a:ext cx="228913" cy="330857"/>
            </a:xfrm>
            <a:custGeom>
              <a:avLst/>
              <a:gdLst/>
              <a:ahLst/>
              <a:cxnLst/>
              <a:rect l="l" t="t" r="r" b="b"/>
              <a:pathLst>
                <a:path w="1491" h="2155" extrusionOk="0">
                  <a:moveTo>
                    <a:pt x="658" y="1"/>
                  </a:moveTo>
                  <a:cubicBezTo>
                    <a:pt x="643" y="1"/>
                    <a:pt x="627" y="4"/>
                    <a:pt x="612" y="12"/>
                  </a:cubicBezTo>
                  <a:lnTo>
                    <a:pt x="588" y="28"/>
                  </a:lnTo>
                  <a:cubicBezTo>
                    <a:pt x="548" y="44"/>
                    <a:pt x="532" y="84"/>
                    <a:pt x="548" y="124"/>
                  </a:cubicBezTo>
                  <a:lnTo>
                    <a:pt x="789" y="769"/>
                  </a:lnTo>
                  <a:lnTo>
                    <a:pt x="403" y="68"/>
                  </a:lnTo>
                  <a:cubicBezTo>
                    <a:pt x="392" y="35"/>
                    <a:pt x="361" y="17"/>
                    <a:pt x="328" y="17"/>
                  </a:cubicBezTo>
                  <a:cubicBezTo>
                    <a:pt x="313" y="17"/>
                    <a:pt x="297" y="20"/>
                    <a:pt x="282" y="28"/>
                  </a:cubicBezTo>
                  <a:lnTo>
                    <a:pt x="266" y="44"/>
                  </a:lnTo>
                  <a:cubicBezTo>
                    <a:pt x="226" y="68"/>
                    <a:pt x="218" y="108"/>
                    <a:pt x="234" y="149"/>
                  </a:cubicBezTo>
                  <a:lnTo>
                    <a:pt x="612" y="898"/>
                  </a:lnTo>
                  <a:lnTo>
                    <a:pt x="201" y="358"/>
                  </a:lnTo>
                  <a:cubicBezTo>
                    <a:pt x="185" y="333"/>
                    <a:pt x="159" y="321"/>
                    <a:pt x="134" y="321"/>
                  </a:cubicBezTo>
                  <a:cubicBezTo>
                    <a:pt x="111" y="321"/>
                    <a:pt x="88" y="331"/>
                    <a:pt x="73" y="350"/>
                  </a:cubicBezTo>
                  <a:lnTo>
                    <a:pt x="65" y="358"/>
                  </a:lnTo>
                  <a:cubicBezTo>
                    <a:pt x="40" y="382"/>
                    <a:pt x="32" y="422"/>
                    <a:pt x="56" y="455"/>
                  </a:cubicBezTo>
                  <a:lnTo>
                    <a:pt x="419" y="1067"/>
                  </a:lnTo>
                  <a:lnTo>
                    <a:pt x="153" y="728"/>
                  </a:lnTo>
                  <a:cubicBezTo>
                    <a:pt x="135" y="707"/>
                    <a:pt x="111" y="697"/>
                    <a:pt x="87" y="697"/>
                  </a:cubicBezTo>
                  <a:cubicBezTo>
                    <a:pt x="57" y="697"/>
                    <a:pt x="26" y="713"/>
                    <a:pt x="8" y="745"/>
                  </a:cubicBezTo>
                  <a:cubicBezTo>
                    <a:pt x="0" y="769"/>
                    <a:pt x="0" y="801"/>
                    <a:pt x="16" y="825"/>
                  </a:cubicBezTo>
                  <a:lnTo>
                    <a:pt x="886" y="2154"/>
                  </a:lnTo>
                  <a:lnTo>
                    <a:pt x="1297" y="1848"/>
                  </a:lnTo>
                  <a:lnTo>
                    <a:pt x="1410" y="1558"/>
                  </a:lnTo>
                  <a:cubicBezTo>
                    <a:pt x="1466" y="1413"/>
                    <a:pt x="1490" y="1252"/>
                    <a:pt x="1474" y="1091"/>
                  </a:cubicBezTo>
                  <a:lnTo>
                    <a:pt x="1450" y="817"/>
                  </a:lnTo>
                  <a:cubicBezTo>
                    <a:pt x="1450" y="755"/>
                    <a:pt x="1403" y="717"/>
                    <a:pt x="1349" y="717"/>
                  </a:cubicBezTo>
                  <a:cubicBezTo>
                    <a:pt x="1340" y="717"/>
                    <a:pt x="1330" y="718"/>
                    <a:pt x="1321" y="720"/>
                  </a:cubicBezTo>
                  <a:cubicBezTo>
                    <a:pt x="1265" y="737"/>
                    <a:pt x="1224" y="777"/>
                    <a:pt x="1216" y="833"/>
                  </a:cubicBezTo>
                  <a:lnTo>
                    <a:pt x="1176" y="1131"/>
                  </a:lnTo>
                  <a:lnTo>
                    <a:pt x="733" y="52"/>
                  </a:lnTo>
                  <a:cubicBezTo>
                    <a:pt x="722" y="19"/>
                    <a:pt x="692" y="1"/>
                    <a:pt x="658" y="1"/>
                  </a:cubicBezTo>
                  <a:close/>
                </a:path>
              </a:pathLst>
            </a:custGeom>
            <a:solidFill>
              <a:srgbClr val="DB7E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67"/>
            <p:cNvSpPr/>
            <p:nvPr/>
          </p:nvSpPr>
          <p:spPr>
            <a:xfrm>
              <a:off x="1025473" y="1169568"/>
              <a:ext cx="32241" cy="64329"/>
            </a:xfrm>
            <a:custGeom>
              <a:avLst/>
              <a:gdLst/>
              <a:ahLst/>
              <a:cxnLst/>
              <a:rect l="l" t="t" r="r" b="b"/>
              <a:pathLst>
                <a:path w="210" h="419" fill="none" extrusionOk="0">
                  <a:moveTo>
                    <a:pt x="210" y="0"/>
                  </a:moveTo>
                  <a:cubicBezTo>
                    <a:pt x="210" y="0"/>
                    <a:pt x="17" y="129"/>
                    <a:pt x="1" y="419"/>
                  </a:cubicBezTo>
                </a:path>
              </a:pathLst>
            </a:cu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67"/>
            <p:cNvSpPr/>
            <p:nvPr/>
          </p:nvSpPr>
          <p:spPr>
            <a:xfrm>
              <a:off x="1167640" y="1572582"/>
              <a:ext cx="309363" cy="253632"/>
            </a:xfrm>
            <a:custGeom>
              <a:avLst/>
              <a:gdLst/>
              <a:ahLst/>
              <a:cxnLst/>
              <a:rect l="l" t="t" r="r" b="b"/>
              <a:pathLst>
                <a:path w="2015" h="1652" extrusionOk="0">
                  <a:moveTo>
                    <a:pt x="1128" y="1"/>
                  </a:moveTo>
                  <a:lnTo>
                    <a:pt x="122" y="573"/>
                  </a:lnTo>
                  <a:lnTo>
                    <a:pt x="1" y="1652"/>
                  </a:lnTo>
                  <a:lnTo>
                    <a:pt x="2014" y="693"/>
                  </a:lnTo>
                  <a:lnTo>
                    <a:pt x="1128" y="1"/>
                  </a:lnTo>
                  <a:close/>
                </a:path>
              </a:pathLst>
            </a:custGeom>
            <a:solidFill>
              <a:srgbClr val="DB7E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67"/>
            <p:cNvSpPr/>
            <p:nvPr/>
          </p:nvSpPr>
          <p:spPr>
            <a:xfrm>
              <a:off x="1219686" y="1471253"/>
              <a:ext cx="357418" cy="378451"/>
            </a:xfrm>
            <a:custGeom>
              <a:avLst/>
              <a:gdLst/>
              <a:ahLst/>
              <a:cxnLst/>
              <a:rect l="l" t="t" r="r" b="b"/>
              <a:pathLst>
                <a:path w="2328" h="2465" extrusionOk="0">
                  <a:moveTo>
                    <a:pt x="1619" y="0"/>
                  </a:moveTo>
                  <a:cubicBezTo>
                    <a:pt x="1120" y="113"/>
                    <a:pt x="0" y="1112"/>
                    <a:pt x="0" y="1112"/>
                  </a:cubicBezTo>
                  <a:lnTo>
                    <a:pt x="733" y="2465"/>
                  </a:lnTo>
                  <a:lnTo>
                    <a:pt x="2328" y="1700"/>
                  </a:lnTo>
                  <a:lnTo>
                    <a:pt x="16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67"/>
            <p:cNvSpPr/>
            <p:nvPr/>
          </p:nvSpPr>
          <p:spPr>
            <a:xfrm>
              <a:off x="2077756" y="1966231"/>
              <a:ext cx="188074" cy="638992"/>
            </a:xfrm>
            <a:custGeom>
              <a:avLst/>
              <a:gdLst/>
              <a:ahLst/>
              <a:cxnLst/>
              <a:rect l="l" t="t" r="r" b="b"/>
              <a:pathLst>
                <a:path w="1225" h="4162" extrusionOk="0">
                  <a:moveTo>
                    <a:pt x="465" y="1"/>
                  </a:moveTo>
                  <a:cubicBezTo>
                    <a:pt x="444" y="1"/>
                    <a:pt x="423" y="2"/>
                    <a:pt x="403" y="6"/>
                  </a:cubicBezTo>
                  <a:cubicBezTo>
                    <a:pt x="194" y="46"/>
                    <a:pt x="0" y="288"/>
                    <a:pt x="41" y="497"/>
                  </a:cubicBezTo>
                  <a:lnTo>
                    <a:pt x="814" y="4162"/>
                  </a:lnTo>
                  <a:lnTo>
                    <a:pt x="1225" y="4146"/>
                  </a:lnTo>
                  <a:cubicBezTo>
                    <a:pt x="1225" y="4146"/>
                    <a:pt x="1088" y="1818"/>
                    <a:pt x="943" y="384"/>
                  </a:cubicBezTo>
                  <a:cubicBezTo>
                    <a:pt x="921" y="179"/>
                    <a:pt x="678" y="1"/>
                    <a:pt x="465" y="1"/>
                  </a:cubicBezTo>
                  <a:close/>
                </a:path>
              </a:pathLst>
            </a:custGeom>
            <a:solidFill>
              <a:srgbClr val="DB7E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67"/>
            <p:cNvSpPr/>
            <p:nvPr/>
          </p:nvSpPr>
          <p:spPr>
            <a:xfrm>
              <a:off x="2160508" y="2556857"/>
              <a:ext cx="132496" cy="374153"/>
            </a:xfrm>
            <a:custGeom>
              <a:avLst/>
              <a:gdLst/>
              <a:ahLst/>
              <a:cxnLst/>
              <a:rect l="l" t="t" r="r" b="b"/>
              <a:pathLst>
                <a:path w="863" h="2437" extrusionOk="0">
                  <a:moveTo>
                    <a:pt x="645" y="1"/>
                  </a:moveTo>
                  <a:lnTo>
                    <a:pt x="259" y="81"/>
                  </a:lnTo>
                  <a:cubicBezTo>
                    <a:pt x="259" y="81"/>
                    <a:pt x="9" y="460"/>
                    <a:pt x="146" y="943"/>
                  </a:cubicBezTo>
                  <a:lnTo>
                    <a:pt x="25" y="1418"/>
                  </a:lnTo>
                  <a:cubicBezTo>
                    <a:pt x="1" y="1491"/>
                    <a:pt x="33" y="1563"/>
                    <a:pt x="98" y="1595"/>
                  </a:cubicBezTo>
                  <a:cubicBezTo>
                    <a:pt x="117" y="1604"/>
                    <a:pt x="136" y="1608"/>
                    <a:pt x="155" y="1608"/>
                  </a:cubicBezTo>
                  <a:cubicBezTo>
                    <a:pt x="209" y="1608"/>
                    <a:pt x="259" y="1576"/>
                    <a:pt x="283" y="1523"/>
                  </a:cubicBezTo>
                  <a:lnTo>
                    <a:pt x="404" y="1257"/>
                  </a:lnTo>
                  <a:lnTo>
                    <a:pt x="412" y="1362"/>
                  </a:lnTo>
                  <a:cubicBezTo>
                    <a:pt x="428" y="1523"/>
                    <a:pt x="388" y="1692"/>
                    <a:pt x="307" y="1821"/>
                  </a:cubicBezTo>
                  <a:lnTo>
                    <a:pt x="73" y="2207"/>
                  </a:lnTo>
                  <a:cubicBezTo>
                    <a:pt x="49" y="2256"/>
                    <a:pt x="49" y="2312"/>
                    <a:pt x="73" y="2360"/>
                  </a:cubicBezTo>
                  <a:cubicBezTo>
                    <a:pt x="96" y="2410"/>
                    <a:pt x="144" y="2437"/>
                    <a:pt x="191" y="2437"/>
                  </a:cubicBezTo>
                  <a:cubicBezTo>
                    <a:pt x="229" y="2437"/>
                    <a:pt x="266" y="2420"/>
                    <a:pt x="291" y="2384"/>
                  </a:cubicBezTo>
                  <a:lnTo>
                    <a:pt x="653" y="1917"/>
                  </a:lnTo>
                  <a:cubicBezTo>
                    <a:pt x="798" y="1740"/>
                    <a:pt x="863" y="1507"/>
                    <a:pt x="822" y="1265"/>
                  </a:cubicBezTo>
                  <a:lnTo>
                    <a:pt x="645" y="1"/>
                  </a:lnTo>
                  <a:close/>
                </a:path>
              </a:pathLst>
            </a:custGeom>
            <a:solidFill>
              <a:srgbClr val="DB7E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67"/>
            <p:cNvSpPr/>
            <p:nvPr/>
          </p:nvSpPr>
          <p:spPr>
            <a:xfrm>
              <a:off x="2012200" y="1619562"/>
              <a:ext cx="215249" cy="489914"/>
            </a:xfrm>
            <a:custGeom>
              <a:avLst/>
              <a:gdLst/>
              <a:ahLst/>
              <a:cxnLst/>
              <a:rect l="l" t="t" r="r" b="b"/>
              <a:pathLst>
                <a:path w="1402" h="3191" extrusionOk="0">
                  <a:moveTo>
                    <a:pt x="1039" y="1"/>
                  </a:moveTo>
                  <a:lnTo>
                    <a:pt x="1" y="242"/>
                  </a:lnTo>
                  <a:lnTo>
                    <a:pt x="484" y="2820"/>
                  </a:lnTo>
                  <a:cubicBezTo>
                    <a:pt x="519" y="3033"/>
                    <a:pt x="706" y="3190"/>
                    <a:pt x="922" y="3190"/>
                  </a:cubicBezTo>
                  <a:cubicBezTo>
                    <a:pt x="950" y="3190"/>
                    <a:pt x="978" y="3188"/>
                    <a:pt x="1007" y="3182"/>
                  </a:cubicBezTo>
                  <a:cubicBezTo>
                    <a:pt x="1241" y="3142"/>
                    <a:pt x="1402" y="2924"/>
                    <a:pt x="1370" y="2683"/>
                  </a:cubicBezTo>
                  <a:lnTo>
                    <a:pt x="1039" y="1"/>
                  </a:lnTo>
                  <a:close/>
                </a:path>
              </a:pathLst>
            </a:custGeom>
            <a:solidFill>
              <a:srgbClr val="DB7E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67"/>
            <p:cNvSpPr/>
            <p:nvPr/>
          </p:nvSpPr>
          <p:spPr>
            <a:xfrm>
              <a:off x="1889838" y="1471253"/>
              <a:ext cx="358646" cy="471184"/>
            </a:xfrm>
            <a:custGeom>
              <a:avLst/>
              <a:gdLst/>
              <a:ahLst/>
              <a:cxnLst/>
              <a:rect l="l" t="t" r="r" b="b"/>
              <a:pathLst>
                <a:path w="2336" h="3069" extrusionOk="0">
                  <a:moveTo>
                    <a:pt x="987" y="1"/>
                  </a:moveTo>
                  <a:cubicBezTo>
                    <a:pt x="919" y="1"/>
                    <a:pt x="850" y="8"/>
                    <a:pt x="781" y="24"/>
                  </a:cubicBezTo>
                  <a:cubicBezTo>
                    <a:pt x="298" y="145"/>
                    <a:pt x="0" y="629"/>
                    <a:pt x="113" y="1112"/>
                  </a:cubicBezTo>
                  <a:lnTo>
                    <a:pt x="588" y="3069"/>
                  </a:lnTo>
                  <a:lnTo>
                    <a:pt x="2336" y="2650"/>
                  </a:lnTo>
                  <a:lnTo>
                    <a:pt x="1869" y="693"/>
                  </a:lnTo>
                  <a:cubicBezTo>
                    <a:pt x="1765" y="279"/>
                    <a:pt x="1395" y="1"/>
                    <a:pt x="9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>
              <a:off x="1417431" y="1356260"/>
              <a:ext cx="702553" cy="834743"/>
            </a:xfrm>
            <a:custGeom>
              <a:avLst/>
              <a:gdLst/>
              <a:ahLst/>
              <a:cxnLst/>
              <a:rect l="l" t="t" r="r" b="b"/>
              <a:pathLst>
                <a:path w="4576" h="5437" extrusionOk="0">
                  <a:moveTo>
                    <a:pt x="2191" y="0"/>
                  </a:moveTo>
                  <a:lnTo>
                    <a:pt x="170" y="814"/>
                  </a:lnTo>
                  <a:cubicBezTo>
                    <a:pt x="25" y="878"/>
                    <a:pt x="1" y="1080"/>
                    <a:pt x="41" y="1233"/>
                  </a:cubicBezTo>
                  <a:lnTo>
                    <a:pt x="742" y="5437"/>
                  </a:lnTo>
                  <a:lnTo>
                    <a:pt x="3858" y="5437"/>
                  </a:lnTo>
                  <a:lnTo>
                    <a:pt x="4446" y="1184"/>
                  </a:lnTo>
                  <a:cubicBezTo>
                    <a:pt x="4495" y="1031"/>
                    <a:pt x="4575" y="870"/>
                    <a:pt x="4422" y="814"/>
                  </a:cubicBezTo>
                  <a:lnTo>
                    <a:pt x="21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67"/>
            <p:cNvSpPr/>
            <p:nvPr/>
          </p:nvSpPr>
          <p:spPr>
            <a:xfrm>
              <a:off x="1449672" y="1692488"/>
              <a:ext cx="37154" cy="233980"/>
            </a:xfrm>
            <a:custGeom>
              <a:avLst/>
              <a:gdLst/>
              <a:ahLst/>
              <a:cxnLst/>
              <a:rect l="l" t="t" r="r" b="b"/>
              <a:pathLst>
                <a:path w="242" h="1524" fill="none" extrusionOk="0">
                  <a:moveTo>
                    <a:pt x="242" y="1523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67"/>
            <p:cNvSpPr/>
            <p:nvPr/>
          </p:nvSpPr>
          <p:spPr>
            <a:xfrm>
              <a:off x="2045515" y="1692488"/>
              <a:ext cx="42221" cy="236436"/>
            </a:xfrm>
            <a:custGeom>
              <a:avLst/>
              <a:gdLst/>
              <a:ahLst/>
              <a:cxnLst/>
              <a:rect l="l" t="t" r="r" b="b"/>
              <a:pathLst>
                <a:path w="275" h="1540" fill="none" extrusionOk="0">
                  <a:moveTo>
                    <a:pt x="1" y="1539"/>
                  </a:moveTo>
                  <a:lnTo>
                    <a:pt x="275" y="1"/>
                  </a:lnTo>
                </a:path>
              </a:pathLst>
            </a:cu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67"/>
            <p:cNvSpPr/>
            <p:nvPr/>
          </p:nvSpPr>
          <p:spPr>
            <a:xfrm>
              <a:off x="1544859" y="1414294"/>
              <a:ext cx="66939" cy="207880"/>
            </a:xfrm>
            <a:custGeom>
              <a:avLst/>
              <a:gdLst/>
              <a:ahLst/>
              <a:cxnLst/>
              <a:rect l="l" t="t" r="r" b="b"/>
              <a:pathLst>
                <a:path w="436" h="1354" extrusionOk="0">
                  <a:moveTo>
                    <a:pt x="419" y="1"/>
                  </a:moveTo>
                  <a:lnTo>
                    <a:pt x="129" y="114"/>
                  </a:lnTo>
                  <a:cubicBezTo>
                    <a:pt x="0" y="444"/>
                    <a:pt x="81" y="1096"/>
                    <a:pt x="81" y="1096"/>
                  </a:cubicBezTo>
                  <a:lnTo>
                    <a:pt x="435" y="1354"/>
                  </a:lnTo>
                  <a:cubicBezTo>
                    <a:pt x="282" y="444"/>
                    <a:pt x="419" y="1"/>
                    <a:pt x="4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67"/>
            <p:cNvSpPr/>
            <p:nvPr/>
          </p:nvSpPr>
          <p:spPr>
            <a:xfrm>
              <a:off x="1908415" y="1411837"/>
              <a:ext cx="74309" cy="221544"/>
            </a:xfrm>
            <a:custGeom>
              <a:avLst/>
              <a:gdLst/>
              <a:ahLst/>
              <a:cxnLst/>
              <a:rect l="l" t="t" r="r" b="b"/>
              <a:pathLst>
                <a:path w="484" h="1443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161" y="581"/>
                    <a:pt x="56" y="1362"/>
                  </a:cubicBezTo>
                  <a:lnTo>
                    <a:pt x="411" y="1442"/>
                  </a:lnTo>
                  <a:cubicBezTo>
                    <a:pt x="411" y="1442"/>
                    <a:pt x="483" y="411"/>
                    <a:pt x="314" y="12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67"/>
            <p:cNvSpPr/>
            <p:nvPr/>
          </p:nvSpPr>
          <p:spPr>
            <a:xfrm>
              <a:off x="1411290" y="1582562"/>
              <a:ext cx="714836" cy="1603774"/>
            </a:xfrm>
            <a:custGeom>
              <a:avLst/>
              <a:gdLst/>
              <a:ahLst/>
              <a:cxnLst/>
              <a:rect l="l" t="t" r="r" b="b"/>
              <a:pathLst>
                <a:path w="4656" h="10446" extrusionOk="0">
                  <a:moveTo>
                    <a:pt x="951" y="0"/>
                  </a:moveTo>
                  <a:cubicBezTo>
                    <a:pt x="951" y="0"/>
                    <a:pt x="1015" y="1989"/>
                    <a:pt x="411" y="3004"/>
                  </a:cubicBezTo>
                  <a:cubicBezTo>
                    <a:pt x="411" y="3004"/>
                    <a:pt x="0" y="5130"/>
                    <a:pt x="218" y="10446"/>
                  </a:cubicBezTo>
                  <a:lnTo>
                    <a:pt x="4438" y="10446"/>
                  </a:lnTo>
                  <a:cubicBezTo>
                    <a:pt x="4655" y="5130"/>
                    <a:pt x="4245" y="3004"/>
                    <a:pt x="4245" y="3004"/>
                  </a:cubicBezTo>
                  <a:cubicBezTo>
                    <a:pt x="3512" y="2118"/>
                    <a:pt x="3665" y="0"/>
                    <a:pt x="36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67"/>
            <p:cNvSpPr/>
            <p:nvPr/>
          </p:nvSpPr>
          <p:spPr>
            <a:xfrm>
              <a:off x="1808161" y="1645509"/>
              <a:ext cx="109006" cy="33623"/>
            </a:xfrm>
            <a:custGeom>
              <a:avLst/>
              <a:gdLst/>
              <a:ahLst/>
              <a:cxnLst/>
              <a:rect l="l" t="t" r="r" b="b"/>
              <a:pathLst>
                <a:path w="710" h="219" extrusionOk="0">
                  <a:moveTo>
                    <a:pt x="1" y="1"/>
                  </a:moveTo>
                  <a:lnTo>
                    <a:pt x="1" y="218"/>
                  </a:lnTo>
                  <a:lnTo>
                    <a:pt x="709" y="218"/>
                  </a:lnTo>
                  <a:lnTo>
                    <a:pt x="7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67"/>
            <p:cNvSpPr/>
            <p:nvPr/>
          </p:nvSpPr>
          <p:spPr>
            <a:xfrm>
              <a:off x="1648645" y="749052"/>
              <a:ext cx="305832" cy="121442"/>
            </a:xfrm>
            <a:custGeom>
              <a:avLst/>
              <a:gdLst/>
              <a:ahLst/>
              <a:cxnLst/>
              <a:rect l="l" t="t" r="r" b="b"/>
              <a:pathLst>
                <a:path w="1992" h="791" extrusionOk="0">
                  <a:moveTo>
                    <a:pt x="1456" y="1"/>
                  </a:moveTo>
                  <a:cubicBezTo>
                    <a:pt x="1309" y="1"/>
                    <a:pt x="1206" y="99"/>
                    <a:pt x="980" y="99"/>
                  </a:cubicBezTo>
                  <a:cubicBezTo>
                    <a:pt x="919" y="99"/>
                    <a:pt x="849" y="92"/>
                    <a:pt x="766" y="73"/>
                  </a:cubicBezTo>
                  <a:cubicBezTo>
                    <a:pt x="717" y="63"/>
                    <a:pt x="670" y="59"/>
                    <a:pt x="626" y="59"/>
                  </a:cubicBezTo>
                  <a:cubicBezTo>
                    <a:pt x="205" y="59"/>
                    <a:pt x="1" y="468"/>
                    <a:pt x="1" y="468"/>
                  </a:cubicBezTo>
                  <a:lnTo>
                    <a:pt x="1370" y="790"/>
                  </a:lnTo>
                  <a:cubicBezTo>
                    <a:pt x="1379" y="791"/>
                    <a:pt x="1388" y="791"/>
                    <a:pt x="1397" y="791"/>
                  </a:cubicBezTo>
                  <a:cubicBezTo>
                    <a:pt x="1820" y="791"/>
                    <a:pt x="1991" y="231"/>
                    <a:pt x="1660" y="57"/>
                  </a:cubicBezTo>
                  <a:cubicBezTo>
                    <a:pt x="1578" y="16"/>
                    <a:pt x="1514" y="1"/>
                    <a:pt x="14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67"/>
            <p:cNvSpPr/>
            <p:nvPr/>
          </p:nvSpPr>
          <p:spPr>
            <a:xfrm>
              <a:off x="1672134" y="1389576"/>
              <a:ext cx="168422" cy="105322"/>
            </a:xfrm>
            <a:custGeom>
              <a:avLst/>
              <a:gdLst/>
              <a:ahLst/>
              <a:cxnLst/>
              <a:rect l="l" t="t" r="r" b="b"/>
              <a:pathLst>
                <a:path w="1097" h="686" extrusionOk="0">
                  <a:moveTo>
                    <a:pt x="1096" y="1"/>
                  </a:moveTo>
                  <a:lnTo>
                    <a:pt x="1" y="25"/>
                  </a:lnTo>
                  <a:cubicBezTo>
                    <a:pt x="1" y="25"/>
                    <a:pt x="138" y="403"/>
                    <a:pt x="573" y="685"/>
                  </a:cubicBezTo>
                  <a:cubicBezTo>
                    <a:pt x="573" y="685"/>
                    <a:pt x="983" y="412"/>
                    <a:pt x="1096" y="1"/>
                  </a:cubicBezTo>
                  <a:close/>
                </a:path>
              </a:pathLst>
            </a:custGeom>
            <a:solidFill>
              <a:srgbClr val="DB7E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67"/>
            <p:cNvSpPr/>
            <p:nvPr/>
          </p:nvSpPr>
          <p:spPr>
            <a:xfrm>
              <a:off x="1599208" y="1364857"/>
              <a:ext cx="113919" cy="149845"/>
            </a:xfrm>
            <a:custGeom>
              <a:avLst/>
              <a:gdLst/>
              <a:ahLst/>
              <a:cxnLst/>
              <a:rect l="l" t="t" r="r" b="b"/>
              <a:pathLst>
                <a:path w="742" h="976" extrusionOk="0">
                  <a:moveTo>
                    <a:pt x="492" y="1"/>
                  </a:moveTo>
                  <a:lnTo>
                    <a:pt x="146" y="291"/>
                  </a:lnTo>
                  <a:cubicBezTo>
                    <a:pt x="1" y="750"/>
                    <a:pt x="299" y="975"/>
                    <a:pt x="299" y="975"/>
                  </a:cubicBezTo>
                  <a:lnTo>
                    <a:pt x="742" y="589"/>
                  </a:lnTo>
                  <a:cubicBezTo>
                    <a:pt x="548" y="339"/>
                    <a:pt x="476" y="186"/>
                    <a:pt x="476" y="186"/>
                  </a:cubicBezTo>
                  <a:lnTo>
                    <a:pt x="4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67"/>
            <p:cNvSpPr/>
            <p:nvPr/>
          </p:nvSpPr>
          <p:spPr>
            <a:xfrm>
              <a:off x="1802019" y="1364857"/>
              <a:ext cx="112691" cy="149845"/>
            </a:xfrm>
            <a:custGeom>
              <a:avLst/>
              <a:gdLst/>
              <a:ahLst/>
              <a:cxnLst/>
              <a:rect l="l" t="t" r="r" b="b"/>
              <a:pathLst>
                <a:path w="734" h="976" extrusionOk="0">
                  <a:moveTo>
                    <a:pt x="234" y="1"/>
                  </a:moveTo>
                  <a:lnTo>
                    <a:pt x="250" y="162"/>
                  </a:lnTo>
                  <a:cubicBezTo>
                    <a:pt x="250" y="162"/>
                    <a:pt x="186" y="355"/>
                    <a:pt x="0" y="605"/>
                  </a:cubicBezTo>
                  <a:lnTo>
                    <a:pt x="419" y="975"/>
                  </a:lnTo>
                  <a:cubicBezTo>
                    <a:pt x="419" y="975"/>
                    <a:pt x="733" y="717"/>
                    <a:pt x="596" y="258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67"/>
            <p:cNvSpPr/>
            <p:nvPr/>
          </p:nvSpPr>
          <p:spPr>
            <a:xfrm>
              <a:off x="1597980" y="1403240"/>
              <a:ext cx="112691" cy="111463"/>
            </a:xfrm>
            <a:custGeom>
              <a:avLst/>
              <a:gdLst/>
              <a:ahLst/>
              <a:cxnLst/>
              <a:rect l="l" t="t" r="r" b="b"/>
              <a:pathLst>
                <a:path w="734" h="726" fill="none" extrusionOk="0">
                  <a:moveTo>
                    <a:pt x="733" y="355"/>
                  </a:moveTo>
                  <a:lnTo>
                    <a:pt x="307" y="725"/>
                  </a:lnTo>
                  <a:cubicBezTo>
                    <a:pt x="307" y="725"/>
                    <a:pt x="0" y="467"/>
                    <a:pt x="145" y="0"/>
                  </a:cubicBezTo>
                </a:path>
              </a:pathLst>
            </a:custGeom>
            <a:noFill/>
            <a:ln w="1200" cap="rnd" cmpd="sng">
              <a:solidFill>
                <a:srgbClr val="E7ED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67"/>
            <p:cNvSpPr/>
            <p:nvPr/>
          </p:nvSpPr>
          <p:spPr>
            <a:xfrm>
              <a:off x="1804476" y="1404468"/>
              <a:ext cx="115147" cy="111463"/>
            </a:xfrm>
            <a:custGeom>
              <a:avLst/>
              <a:gdLst/>
              <a:ahLst/>
              <a:cxnLst/>
              <a:rect l="l" t="t" r="r" b="b"/>
              <a:pathLst>
                <a:path w="750" h="726" fill="none" extrusionOk="0">
                  <a:moveTo>
                    <a:pt x="0" y="355"/>
                  </a:moveTo>
                  <a:lnTo>
                    <a:pt x="427" y="725"/>
                  </a:lnTo>
                  <a:cubicBezTo>
                    <a:pt x="427" y="725"/>
                    <a:pt x="749" y="508"/>
                    <a:pt x="580" y="0"/>
                  </a:cubicBezTo>
                </a:path>
              </a:pathLst>
            </a:custGeom>
            <a:noFill/>
            <a:ln w="1200" cap="rnd" cmpd="sng">
              <a:solidFill>
                <a:srgbClr val="E7ED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67"/>
            <p:cNvSpPr/>
            <p:nvPr/>
          </p:nvSpPr>
          <p:spPr>
            <a:xfrm>
              <a:off x="1521523" y="812153"/>
              <a:ext cx="153223" cy="212793"/>
            </a:xfrm>
            <a:custGeom>
              <a:avLst/>
              <a:gdLst/>
              <a:ahLst/>
              <a:cxnLst/>
              <a:rect l="l" t="t" r="r" b="b"/>
              <a:pathLst>
                <a:path w="998" h="1386" extrusionOk="0">
                  <a:moveTo>
                    <a:pt x="878" y="1"/>
                  </a:moveTo>
                  <a:cubicBezTo>
                    <a:pt x="1" y="1"/>
                    <a:pt x="482" y="1386"/>
                    <a:pt x="482" y="1386"/>
                  </a:cubicBezTo>
                  <a:lnTo>
                    <a:pt x="998" y="9"/>
                  </a:lnTo>
                  <a:cubicBezTo>
                    <a:pt x="955" y="3"/>
                    <a:pt x="915" y="1"/>
                    <a:pt x="8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67"/>
            <p:cNvSpPr/>
            <p:nvPr/>
          </p:nvSpPr>
          <p:spPr>
            <a:xfrm>
              <a:off x="1547316" y="1039683"/>
              <a:ext cx="115148" cy="109006"/>
            </a:xfrm>
            <a:custGeom>
              <a:avLst/>
              <a:gdLst/>
              <a:ahLst/>
              <a:cxnLst/>
              <a:rect l="l" t="t" r="r" b="b"/>
              <a:pathLst>
                <a:path w="750" h="710" extrusionOk="0">
                  <a:moveTo>
                    <a:pt x="393" y="0"/>
                  </a:moveTo>
                  <a:cubicBezTo>
                    <a:pt x="388" y="0"/>
                    <a:pt x="384" y="0"/>
                    <a:pt x="379" y="1"/>
                  </a:cubicBezTo>
                  <a:cubicBezTo>
                    <a:pt x="186" y="9"/>
                    <a:pt x="0" y="97"/>
                    <a:pt x="8" y="290"/>
                  </a:cubicBezTo>
                  <a:cubicBezTo>
                    <a:pt x="8" y="488"/>
                    <a:pt x="195" y="709"/>
                    <a:pt x="392" y="709"/>
                  </a:cubicBezTo>
                  <a:cubicBezTo>
                    <a:pt x="396" y="709"/>
                    <a:pt x="399" y="709"/>
                    <a:pt x="403" y="709"/>
                  </a:cubicBezTo>
                  <a:cubicBezTo>
                    <a:pt x="596" y="709"/>
                    <a:pt x="749" y="540"/>
                    <a:pt x="749" y="347"/>
                  </a:cubicBezTo>
                  <a:cubicBezTo>
                    <a:pt x="741" y="158"/>
                    <a:pt x="588" y="0"/>
                    <a:pt x="393" y="0"/>
                  </a:cubicBezTo>
                  <a:close/>
                </a:path>
              </a:pathLst>
            </a:custGeom>
            <a:solidFill>
              <a:srgbClr val="DB7E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67"/>
            <p:cNvSpPr/>
            <p:nvPr/>
          </p:nvSpPr>
          <p:spPr>
            <a:xfrm>
              <a:off x="1573262" y="1076837"/>
              <a:ext cx="42221" cy="37154"/>
            </a:xfrm>
            <a:custGeom>
              <a:avLst/>
              <a:gdLst/>
              <a:ahLst/>
              <a:cxnLst/>
              <a:rect l="l" t="t" r="r" b="b"/>
              <a:pathLst>
                <a:path w="275" h="242" fill="none" extrusionOk="0">
                  <a:moveTo>
                    <a:pt x="0" y="65"/>
                  </a:moveTo>
                  <a:cubicBezTo>
                    <a:pt x="0" y="65"/>
                    <a:pt x="137" y="0"/>
                    <a:pt x="274" y="242"/>
                  </a:cubicBezTo>
                </a:path>
              </a:pathLst>
            </a:cu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67"/>
            <p:cNvSpPr/>
            <p:nvPr/>
          </p:nvSpPr>
          <p:spPr>
            <a:xfrm>
              <a:off x="1852684" y="1039683"/>
              <a:ext cx="115147" cy="109006"/>
            </a:xfrm>
            <a:custGeom>
              <a:avLst/>
              <a:gdLst/>
              <a:ahLst/>
              <a:cxnLst/>
              <a:rect l="l" t="t" r="r" b="b"/>
              <a:pathLst>
                <a:path w="750" h="710" extrusionOk="0">
                  <a:moveTo>
                    <a:pt x="357" y="0"/>
                  </a:moveTo>
                  <a:cubicBezTo>
                    <a:pt x="170" y="0"/>
                    <a:pt x="17" y="158"/>
                    <a:pt x="9" y="347"/>
                  </a:cubicBezTo>
                  <a:cubicBezTo>
                    <a:pt x="1" y="540"/>
                    <a:pt x="154" y="709"/>
                    <a:pt x="355" y="709"/>
                  </a:cubicBezTo>
                  <a:cubicBezTo>
                    <a:pt x="358" y="709"/>
                    <a:pt x="362" y="709"/>
                    <a:pt x="365" y="709"/>
                  </a:cubicBezTo>
                  <a:cubicBezTo>
                    <a:pt x="555" y="709"/>
                    <a:pt x="742" y="488"/>
                    <a:pt x="750" y="290"/>
                  </a:cubicBezTo>
                  <a:cubicBezTo>
                    <a:pt x="750" y="97"/>
                    <a:pt x="564" y="9"/>
                    <a:pt x="371" y="1"/>
                  </a:cubicBezTo>
                  <a:cubicBezTo>
                    <a:pt x="366" y="0"/>
                    <a:pt x="362" y="0"/>
                    <a:pt x="357" y="0"/>
                  </a:cubicBezTo>
                  <a:close/>
                </a:path>
              </a:pathLst>
            </a:custGeom>
            <a:solidFill>
              <a:srgbClr val="DB7E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67"/>
            <p:cNvSpPr/>
            <p:nvPr/>
          </p:nvSpPr>
          <p:spPr>
            <a:xfrm>
              <a:off x="1900892" y="1076837"/>
              <a:ext cx="42221" cy="37154"/>
            </a:xfrm>
            <a:custGeom>
              <a:avLst/>
              <a:gdLst/>
              <a:ahLst/>
              <a:cxnLst/>
              <a:rect l="l" t="t" r="r" b="b"/>
              <a:pathLst>
                <a:path w="275" h="242" fill="none" extrusionOk="0">
                  <a:moveTo>
                    <a:pt x="275" y="65"/>
                  </a:moveTo>
                  <a:cubicBezTo>
                    <a:pt x="275" y="65"/>
                    <a:pt x="138" y="0"/>
                    <a:pt x="1" y="242"/>
                  </a:cubicBezTo>
                </a:path>
              </a:pathLst>
            </a:cu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67"/>
            <p:cNvSpPr/>
            <p:nvPr/>
          </p:nvSpPr>
          <p:spPr>
            <a:xfrm>
              <a:off x="1589383" y="793576"/>
              <a:ext cx="332700" cy="366169"/>
            </a:xfrm>
            <a:custGeom>
              <a:avLst/>
              <a:gdLst/>
              <a:ahLst/>
              <a:cxnLst/>
              <a:rect l="l" t="t" r="r" b="b"/>
              <a:pathLst>
                <a:path w="2167" h="2385" extrusionOk="0">
                  <a:moveTo>
                    <a:pt x="1079" y="1"/>
                  </a:moveTo>
                  <a:cubicBezTo>
                    <a:pt x="483" y="1"/>
                    <a:pt x="0" y="532"/>
                    <a:pt x="0" y="1193"/>
                  </a:cubicBezTo>
                  <a:cubicBezTo>
                    <a:pt x="0" y="1845"/>
                    <a:pt x="483" y="2385"/>
                    <a:pt x="1079" y="2385"/>
                  </a:cubicBezTo>
                  <a:cubicBezTo>
                    <a:pt x="1683" y="2385"/>
                    <a:pt x="2167" y="1845"/>
                    <a:pt x="2167" y="1193"/>
                  </a:cubicBezTo>
                  <a:cubicBezTo>
                    <a:pt x="2167" y="532"/>
                    <a:pt x="1683" y="1"/>
                    <a:pt x="10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67"/>
            <p:cNvSpPr/>
            <p:nvPr/>
          </p:nvSpPr>
          <p:spPr>
            <a:xfrm>
              <a:off x="1672134" y="1217777"/>
              <a:ext cx="168422" cy="211718"/>
            </a:xfrm>
            <a:custGeom>
              <a:avLst/>
              <a:gdLst/>
              <a:ahLst/>
              <a:cxnLst/>
              <a:rect l="l" t="t" r="r" b="b"/>
              <a:pathLst>
                <a:path w="1097" h="1379" extrusionOk="0">
                  <a:moveTo>
                    <a:pt x="57" y="0"/>
                  </a:moveTo>
                  <a:lnTo>
                    <a:pt x="1" y="1144"/>
                  </a:lnTo>
                  <a:lnTo>
                    <a:pt x="170" y="1184"/>
                  </a:lnTo>
                  <a:cubicBezTo>
                    <a:pt x="324" y="1314"/>
                    <a:pt x="470" y="1379"/>
                    <a:pt x="617" y="1379"/>
                  </a:cubicBezTo>
                  <a:cubicBezTo>
                    <a:pt x="762" y="1379"/>
                    <a:pt x="908" y="1316"/>
                    <a:pt x="1064" y="1192"/>
                  </a:cubicBezTo>
                  <a:lnTo>
                    <a:pt x="1096" y="1120"/>
                  </a:lnTo>
                  <a:lnTo>
                    <a:pt x="1016" y="16"/>
                  </a:lnTo>
                  <a:cubicBezTo>
                    <a:pt x="1016" y="16"/>
                    <a:pt x="814" y="161"/>
                    <a:pt x="629" y="194"/>
                  </a:cubicBezTo>
                  <a:cubicBezTo>
                    <a:pt x="605" y="198"/>
                    <a:pt x="582" y="200"/>
                    <a:pt x="558" y="200"/>
                  </a:cubicBezTo>
                  <a:cubicBezTo>
                    <a:pt x="408" y="200"/>
                    <a:pt x="273" y="121"/>
                    <a:pt x="267" y="121"/>
                  </a:cubicBezTo>
                  <a:cubicBezTo>
                    <a:pt x="267" y="121"/>
                    <a:pt x="57" y="0"/>
                    <a:pt x="57" y="0"/>
                  </a:cubicBezTo>
                  <a:close/>
                </a:path>
              </a:pathLst>
            </a:custGeom>
            <a:solidFill>
              <a:srgbClr val="DB7E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67"/>
            <p:cNvSpPr/>
            <p:nvPr/>
          </p:nvSpPr>
          <p:spPr>
            <a:xfrm>
              <a:off x="1667221" y="1197971"/>
              <a:ext cx="168269" cy="99027"/>
            </a:xfrm>
            <a:custGeom>
              <a:avLst/>
              <a:gdLst/>
              <a:ahLst/>
              <a:cxnLst/>
              <a:rect l="l" t="t" r="r" b="b"/>
              <a:pathLst>
                <a:path w="1096" h="645" extrusionOk="0">
                  <a:moveTo>
                    <a:pt x="1" y="0"/>
                  </a:moveTo>
                  <a:cubicBezTo>
                    <a:pt x="1" y="0"/>
                    <a:pt x="199" y="645"/>
                    <a:pt x="653" y="645"/>
                  </a:cubicBezTo>
                  <a:cubicBezTo>
                    <a:pt x="655" y="645"/>
                    <a:pt x="658" y="645"/>
                    <a:pt x="661" y="645"/>
                  </a:cubicBezTo>
                  <a:cubicBezTo>
                    <a:pt x="1031" y="645"/>
                    <a:pt x="1096" y="0"/>
                    <a:pt x="1096" y="0"/>
                  </a:cubicBezTo>
                  <a:close/>
                </a:path>
              </a:pathLst>
            </a:custGeom>
            <a:solidFill>
              <a:srgbClr val="2B303A">
                <a:alpha val="21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67"/>
            <p:cNvSpPr/>
            <p:nvPr/>
          </p:nvSpPr>
          <p:spPr>
            <a:xfrm>
              <a:off x="1587080" y="835643"/>
              <a:ext cx="321492" cy="422054"/>
            </a:xfrm>
            <a:custGeom>
              <a:avLst/>
              <a:gdLst/>
              <a:ahLst/>
              <a:cxnLst/>
              <a:rect l="l" t="t" r="r" b="b"/>
              <a:pathLst>
                <a:path w="2094" h="2749" extrusionOk="0">
                  <a:moveTo>
                    <a:pt x="1034" y="1"/>
                  </a:moveTo>
                  <a:cubicBezTo>
                    <a:pt x="0" y="1"/>
                    <a:pt x="136" y="1080"/>
                    <a:pt x="136" y="1080"/>
                  </a:cubicBezTo>
                  <a:cubicBezTo>
                    <a:pt x="136" y="1080"/>
                    <a:pt x="144" y="1595"/>
                    <a:pt x="241" y="2070"/>
                  </a:cubicBezTo>
                  <a:cubicBezTo>
                    <a:pt x="297" y="2328"/>
                    <a:pt x="466" y="2505"/>
                    <a:pt x="708" y="2650"/>
                  </a:cubicBezTo>
                  <a:cubicBezTo>
                    <a:pt x="823" y="2716"/>
                    <a:pt x="954" y="2748"/>
                    <a:pt x="1084" y="2748"/>
                  </a:cubicBezTo>
                  <a:cubicBezTo>
                    <a:pt x="1226" y="2748"/>
                    <a:pt x="1367" y="2710"/>
                    <a:pt x="1489" y="2634"/>
                  </a:cubicBezTo>
                  <a:lnTo>
                    <a:pt x="1529" y="2610"/>
                  </a:lnTo>
                  <a:cubicBezTo>
                    <a:pt x="1755" y="2473"/>
                    <a:pt x="1908" y="2304"/>
                    <a:pt x="1964" y="2062"/>
                  </a:cubicBezTo>
                  <a:cubicBezTo>
                    <a:pt x="2021" y="1813"/>
                    <a:pt x="2077" y="1466"/>
                    <a:pt x="2077" y="1064"/>
                  </a:cubicBezTo>
                  <a:cubicBezTo>
                    <a:pt x="2077" y="1064"/>
                    <a:pt x="2093" y="17"/>
                    <a:pt x="1046" y="1"/>
                  </a:cubicBezTo>
                  <a:cubicBezTo>
                    <a:pt x="1042" y="1"/>
                    <a:pt x="1038" y="1"/>
                    <a:pt x="1034" y="1"/>
                  </a:cubicBezTo>
                  <a:close/>
                </a:path>
              </a:pathLst>
            </a:custGeom>
            <a:solidFill>
              <a:srgbClr val="DB7E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67"/>
            <p:cNvSpPr/>
            <p:nvPr/>
          </p:nvSpPr>
          <p:spPr>
            <a:xfrm>
              <a:off x="1743832" y="1078065"/>
              <a:ext cx="21187" cy="28557"/>
            </a:xfrm>
            <a:custGeom>
              <a:avLst/>
              <a:gdLst/>
              <a:ahLst/>
              <a:cxnLst/>
              <a:rect l="l" t="t" r="r" b="b"/>
              <a:pathLst>
                <a:path w="138" h="186" fill="none" extrusionOk="0">
                  <a:moveTo>
                    <a:pt x="1" y="0"/>
                  </a:moveTo>
                  <a:lnTo>
                    <a:pt x="1" y="185"/>
                  </a:lnTo>
                  <a:lnTo>
                    <a:pt x="138" y="185"/>
                  </a:lnTo>
                </a:path>
              </a:pathLst>
            </a:cu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67"/>
            <p:cNvSpPr/>
            <p:nvPr/>
          </p:nvSpPr>
          <p:spPr>
            <a:xfrm>
              <a:off x="1700537" y="1132414"/>
              <a:ext cx="102865" cy="36080"/>
            </a:xfrm>
            <a:custGeom>
              <a:avLst/>
              <a:gdLst/>
              <a:ahLst/>
              <a:cxnLst/>
              <a:rect l="l" t="t" r="r" b="b"/>
              <a:pathLst>
                <a:path w="670" h="235" extrusionOk="0">
                  <a:moveTo>
                    <a:pt x="1" y="1"/>
                  </a:moveTo>
                  <a:cubicBezTo>
                    <a:pt x="1" y="1"/>
                    <a:pt x="49" y="234"/>
                    <a:pt x="331" y="234"/>
                  </a:cubicBezTo>
                  <a:cubicBezTo>
                    <a:pt x="613" y="234"/>
                    <a:pt x="669" y="1"/>
                    <a:pt x="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67"/>
            <p:cNvSpPr/>
            <p:nvPr/>
          </p:nvSpPr>
          <p:spPr>
            <a:xfrm>
              <a:off x="1784824" y="1017268"/>
              <a:ext cx="74155" cy="42374"/>
            </a:xfrm>
            <a:custGeom>
              <a:avLst/>
              <a:gdLst/>
              <a:ahLst/>
              <a:cxnLst/>
              <a:rect l="l" t="t" r="r" b="b"/>
              <a:pathLst>
                <a:path w="483" h="276" extrusionOk="0">
                  <a:moveTo>
                    <a:pt x="208" y="0"/>
                  </a:moveTo>
                  <a:cubicBezTo>
                    <a:pt x="16" y="0"/>
                    <a:pt x="16" y="106"/>
                    <a:pt x="16" y="106"/>
                  </a:cubicBezTo>
                  <a:cubicBezTo>
                    <a:pt x="16" y="106"/>
                    <a:pt x="0" y="276"/>
                    <a:pt x="210" y="276"/>
                  </a:cubicBezTo>
                  <a:cubicBezTo>
                    <a:pt x="215" y="276"/>
                    <a:pt x="220" y="276"/>
                    <a:pt x="225" y="275"/>
                  </a:cubicBezTo>
                  <a:cubicBezTo>
                    <a:pt x="459" y="275"/>
                    <a:pt x="483" y="114"/>
                    <a:pt x="483" y="114"/>
                  </a:cubicBezTo>
                  <a:cubicBezTo>
                    <a:pt x="483" y="114"/>
                    <a:pt x="459" y="18"/>
                    <a:pt x="249" y="2"/>
                  </a:cubicBezTo>
                  <a:cubicBezTo>
                    <a:pt x="235" y="1"/>
                    <a:pt x="221" y="0"/>
                    <a:pt x="2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67"/>
            <p:cNvSpPr/>
            <p:nvPr/>
          </p:nvSpPr>
          <p:spPr>
            <a:xfrm>
              <a:off x="1798335" y="1013736"/>
              <a:ext cx="45905" cy="48362"/>
            </a:xfrm>
            <a:custGeom>
              <a:avLst/>
              <a:gdLst/>
              <a:ahLst/>
              <a:cxnLst/>
              <a:rect l="l" t="t" r="r" b="b"/>
              <a:pathLst>
                <a:path w="299" h="315" extrusionOk="0">
                  <a:moveTo>
                    <a:pt x="153" y="0"/>
                  </a:moveTo>
                  <a:cubicBezTo>
                    <a:pt x="73" y="0"/>
                    <a:pt x="8" y="65"/>
                    <a:pt x="8" y="153"/>
                  </a:cubicBezTo>
                  <a:cubicBezTo>
                    <a:pt x="0" y="242"/>
                    <a:pt x="73" y="315"/>
                    <a:pt x="153" y="315"/>
                  </a:cubicBezTo>
                  <a:cubicBezTo>
                    <a:pt x="234" y="315"/>
                    <a:pt x="298" y="242"/>
                    <a:pt x="298" y="153"/>
                  </a:cubicBezTo>
                  <a:cubicBezTo>
                    <a:pt x="298" y="73"/>
                    <a:pt x="234" y="0"/>
                    <a:pt x="1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67"/>
            <p:cNvSpPr/>
            <p:nvPr/>
          </p:nvSpPr>
          <p:spPr>
            <a:xfrm>
              <a:off x="1778530" y="1011280"/>
              <a:ext cx="82906" cy="24872"/>
            </a:xfrm>
            <a:custGeom>
              <a:avLst/>
              <a:gdLst/>
              <a:ahLst/>
              <a:cxnLst/>
              <a:rect l="l" t="t" r="r" b="b"/>
              <a:pathLst>
                <a:path w="540" h="162" extrusionOk="0">
                  <a:moveTo>
                    <a:pt x="306" y="0"/>
                  </a:moveTo>
                  <a:cubicBezTo>
                    <a:pt x="258" y="0"/>
                    <a:pt x="210" y="0"/>
                    <a:pt x="161" y="8"/>
                  </a:cubicBezTo>
                  <a:cubicBezTo>
                    <a:pt x="113" y="24"/>
                    <a:pt x="73" y="33"/>
                    <a:pt x="25" y="73"/>
                  </a:cubicBezTo>
                  <a:lnTo>
                    <a:pt x="16" y="73"/>
                  </a:lnTo>
                  <a:cubicBezTo>
                    <a:pt x="0" y="89"/>
                    <a:pt x="0" y="113"/>
                    <a:pt x="16" y="137"/>
                  </a:cubicBezTo>
                  <a:cubicBezTo>
                    <a:pt x="25" y="145"/>
                    <a:pt x="37" y="149"/>
                    <a:pt x="49" y="149"/>
                  </a:cubicBezTo>
                  <a:cubicBezTo>
                    <a:pt x="61" y="149"/>
                    <a:pt x="73" y="145"/>
                    <a:pt x="81" y="137"/>
                  </a:cubicBezTo>
                  <a:cubicBezTo>
                    <a:pt x="105" y="113"/>
                    <a:pt x="145" y="89"/>
                    <a:pt x="178" y="81"/>
                  </a:cubicBezTo>
                  <a:cubicBezTo>
                    <a:pt x="218" y="65"/>
                    <a:pt x="258" y="57"/>
                    <a:pt x="298" y="57"/>
                  </a:cubicBezTo>
                  <a:cubicBezTo>
                    <a:pt x="339" y="57"/>
                    <a:pt x="387" y="65"/>
                    <a:pt x="419" y="81"/>
                  </a:cubicBezTo>
                  <a:cubicBezTo>
                    <a:pt x="459" y="97"/>
                    <a:pt x="492" y="121"/>
                    <a:pt x="516" y="153"/>
                  </a:cubicBezTo>
                  <a:cubicBezTo>
                    <a:pt x="524" y="161"/>
                    <a:pt x="532" y="161"/>
                    <a:pt x="532" y="161"/>
                  </a:cubicBezTo>
                  <a:cubicBezTo>
                    <a:pt x="540" y="161"/>
                    <a:pt x="540" y="153"/>
                    <a:pt x="540" y="145"/>
                  </a:cubicBezTo>
                  <a:cubicBezTo>
                    <a:pt x="492" y="57"/>
                    <a:pt x="403" y="8"/>
                    <a:pt x="3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67"/>
            <p:cNvSpPr/>
            <p:nvPr/>
          </p:nvSpPr>
          <p:spPr>
            <a:xfrm>
              <a:off x="1642503" y="1017268"/>
              <a:ext cx="74155" cy="42374"/>
            </a:xfrm>
            <a:custGeom>
              <a:avLst/>
              <a:gdLst/>
              <a:ahLst/>
              <a:cxnLst/>
              <a:rect l="l" t="t" r="r" b="b"/>
              <a:pathLst>
                <a:path w="483" h="276" extrusionOk="0">
                  <a:moveTo>
                    <a:pt x="275" y="0"/>
                  </a:moveTo>
                  <a:cubicBezTo>
                    <a:pt x="262" y="0"/>
                    <a:pt x="249" y="1"/>
                    <a:pt x="234" y="2"/>
                  </a:cubicBezTo>
                  <a:cubicBezTo>
                    <a:pt x="25" y="18"/>
                    <a:pt x="0" y="114"/>
                    <a:pt x="0" y="114"/>
                  </a:cubicBezTo>
                  <a:cubicBezTo>
                    <a:pt x="0" y="114"/>
                    <a:pt x="25" y="275"/>
                    <a:pt x="258" y="275"/>
                  </a:cubicBezTo>
                  <a:cubicBezTo>
                    <a:pt x="263" y="276"/>
                    <a:pt x="268" y="276"/>
                    <a:pt x="273" y="276"/>
                  </a:cubicBezTo>
                  <a:cubicBezTo>
                    <a:pt x="483" y="276"/>
                    <a:pt x="468" y="106"/>
                    <a:pt x="468" y="106"/>
                  </a:cubicBezTo>
                  <a:cubicBezTo>
                    <a:pt x="468" y="106"/>
                    <a:pt x="468" y="0"/>
                    <a:pt x="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67"/>
            <p:cNvSpPr/>
            <p:nvPr/>
          </p:nvSpPr>
          <p:spPr>
            <a:xfrm>
              <a:off x="1657396" y="1013736"/>
              <a:ext cx="44677" cy="48362"/>
            </a:xfrm>
            <a:custGeom>
              <a:avLst/>
              <a:gdLst/>
              <a:ahLst/>
              <a:cxnLst/>
              <a:rect l="l" t="t" r="r" b="b"/>
              <a:pathLst>
                <a:path w="291" h="315" extrusionOk="0">
                  <a:moveTo>
                    <a:pt x="145" y="0"/>
                  </a:moveTo>
                  <a:cubicBezTo>
                    <a:pt x="65" y="0"/>
                    <a:pt x="0" y="65"/>
                    <a:pt x="0" y="153"/>
                  </a:cubicBezTo>
                  <a:cubicBezTo>
                    <a:pt x="0" y="242"/>
                    <a:pt x="65" y="315"/>
                    <a:pt x="145" y="315"/>
                  </a:cubicBezTo>
                  <a:cubicBezTo>
                    <a:pt x="226" y="315"/>
                    <a:pt x="290" y="242"/>
                    <a:pt x="290" y="153"/>
                  </a:cubicBezTo>
                  <a:cubicBezTo>
                    <a:pt x="290" y="65"/>
                    <a:pt x="226" y="0"/>
                    <a:pt x="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67"/>
            <p:cNvSpPr/>
            <p:nvPr/>
          </p:nvSpPr>
          <p:spPr>
            <a:xfrm>
              <a:off x="1640047" y="1011280"/>
              <a:ext cx="82906" cy="25332"/>
            </a:xfrm>
            <a:custGeom>
              <a:avLst/>
              <a:gdLst/>
              <a:ahLst/>
              <a:cxnLst/>
              <a:rect l="l" t="t" r="r" b="b"/>
              <a:pathLst>
                <a:path w="540" h="165" extrusionOk="0">
                  <a:moveTo>
                    <a:pt x="234" y="0"/>
                  </a:moveTo>
                  <a:cubicBezTo>
                    <a:pt x="137" y="8"/>
                    <a:pt x="49" y="57"/>
                    <a:pt x="0" y="145"/>
                  </a:cubicBezTo>
                  <a:cubicBezTo>
                    <a:pt x="0" y="145"/>
                    <a:pt x="0" y="153"/>
                    <a:pt x="8" y="161"/>
                  </a:cubicBezTo>
                  <a:cubicBezTo>
                    <a:pt x="8" y="164"/>
                    <a:pt x="10" y="165"/>
                    <a:pt x="13" y="165"/>
                  </a:cubicBezTo>
                  <a:cubicBezTo>
                    <a:pt x="17" y="165"/>
                    <a:pt x="24" y="161"/>
                    <a:pt x="24" y="161"/>
                  </a:cubicBezTo>
                  <a:lnTo>
                    <a:pt x="24" y="153"/>
                  </a:lnTo>
                  <a:cubicBezTo>
                    <a:pt x="49" y="121"/>
                    <a:pt x="81" y="97"/>
                    <a:pt x="121" y="81"/>
                  </a:cubicBezTo>
                  <a:cubicBezTo>
                    <a:pt x="161" y="65"/>
                    <a:pt x="202" y="57"/>
                    <a:pt x="242" y="57"/>
                  </a:cubicBezTo>
                  <a:cubicBezTo>
                    <a:pt x="282" y="57"/>
                    <a:pt x="322" y="65"/>
                    <a:pt x="363" y="81"/>
                  </a:cubicBezTo>
                  <a:cubicBezTo>
                    <a:pt x="395" y="89"/>
                    <a:pt x="435" y="113"/>
                    <a:pt x="459" y="137"/>
                  </a:cubicBezTo>
                  <a:lnTo>
                    <a:pt x="467" y="137"/>
                  </a:lnTo>
                  <a:cubicBezTo>
                    <a:pt x="475" y="144"/>
                    <a:pt x="485" y="148"/>
                    <a:pt x="495" y="148"/>
                  </a:cubicBezTo>
                  <a:cubicBezTo>
                    <a:pt x="508" y="148"/>
                    <a:pt x="519" y="142"/>
                    <a:pt x="524" y="129"/>
                  </a:cubicBezTo>
                  <a:cubicBezTo>
                    <a:pt x="540" y="113"/>
                    <a:pt x="540" y="81"/>
                    <a:pt x="516" y="73"/>
                  </a:cubicBezTo>
                  <a:cubicBezTo>
                    <a:pt x="467" y="33"/>
                    <a:pt x="427" y="24"/>
                    <a:pt x="379" y="8"/>
                  </a:cubicBezTo>
                  <a:cubicBezTo>
                    <a:pt x="331" y="0"/>
                    <a:pt x="282" y="0"/>
                    <a:pt x="2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67"/>
            <p:cNvSpPr/>
            <p:nvPr/>
          </p:nvSpPr>
          <p:spPr>
            <a:xfrm>
              <a:off x="1625155" y="958466"/>
              <a:ext cx="96570" cy="32702"/>
            </a:xfrm>
            <a:custGeom>
              <a:avLst/>
              <a:gdLst/>
              <a:ahLst/>
              <a:cxnLst/>
              <a:rect l="l" t="t" r="r" b="b"/>
              <a:pathLst>
                <a:path w="629" h="213" extrusionOk="0">
                  <a:moveTo>
                    <a:pt x="406" y="0"/>
                  </a:moveTo>
                  <a:cubicBezTo>
                    <a:pt x="376" y="0"/>
                    <a:pt x="348" y="2"/>
                    <a:pt x="323" y="6"/>
                  </a:cubicBezTo>
                  <a:cubicBezTo>
                    <a:pt x="323" y="6"/>
                    <a:pt x="170" y="14"/>
                    <a:pt x="73" y="62"/>
                  </a:cubicBezTo>
                  <a:cubicBezTo>
                    <a:pt x="9" y="95"/>
                    <a:pt x="1" y="175"/>
                    <a:pt x="73" y="199"/>
                  </a:cubicBezTo>
                  <a:cubicBezTo>
                    <a:pt x="97" y="209"/>
                    <a:pt x="151" y="213"/>
                    <a:pt x="208" y="213"/>
                  </a:cubicBezTo>
                  <a:cubicBezTo>
                    <a:pt x="248" y="213"/>
                    <a:pt x="289" y="211"/>
                    <a:pt x="323" y="207"/>
                  </a:cubicBezTo>
                  <a:cubicBezTo>
                    <a:pt x="524" y="199"/>
                    <a:pt x="629" y="119"/>
                    <a:pt x="621" y="70"/>
                  </a:cubicBezTo>
                  <a:cubicBezTo>
                    <a:pt x="609" y="21"/>
                    <a:pt x="502" y="0"/>
                    <a:pt x="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67"/>
            <p:cNvSpPr/>
            <p:nvPr/>
          </p:nvSpPr>
          <p:spPr>
            <a:xfrm>
              <a:off x="1788355" y="958466"/>
              <a:ext cx="95342" cy="32702"/>
            </a:xfrm>
            <a:custGeom>
              <a:avLst/>
              <a:gdLst/>
              <a:ahLst/>
              <a:cxnLst/>
              <a:rect l="l" t="t" r="r" b="b"/>
              <a:pathLst>
                <a:path w="621" h="213" extrusionOk="0">
                  <a:moveTo>
                    <a:pt x="216" y="0"/>
                  </a:moveTo>
                  <a:cubicBezTo>
                    <a:pt x="120" y="0"/>
                    <a:pt x="15" y="21"/>
                    <a:pt x="9" y="70"/>
                  </a:cubicBezTo>
                  <a:cubicBezTo>
                    <a:pt x="1" y="119"/>
                    <a:pt x="97" y="199"/>
                    <a:pt x="307" y="207"/>
                  </a:cubicBezTo>
                  <a:cubicBezTo>
                    <a:pt x="340" y="211"/>
                    <a:pt x="380" y="213"/>
                    <a:pt x="420" y="213"/>
                  </a:cubicBezTo>
                  <a:cubicBezTo>
                    <a:pt x="475" y="213"/>
                    <a:pt x="528" y="209"/>
                    <a:pt x="557" y="199"/>
                  </a:cubicBezTo>
                  <a:cubicBezTo>
                    <a:pt x="621" y="175"/>
                    <a:pt x="621" y="95"/>
                    <a:pt x="557" y="62"/>
                  </a:cubicBezTo>
                  <a:cubicBezTo>
                    <a:pt x="460" y="14"/>
                    <a:pt x="299" y="6"/>
                    <a:pt x="299" y="6"/>
                  </a:cubicBezTo>
                  <a:cubicBezTo>
                    <a:pt x="274" y="2"/>
                    <a:pt x="245" y="0"/>
                    <a:pt x="21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67"/>
            <p:cNvSpPr/>
            <p:nvPr/>
          </p:nvSpPr>
          <p:spPr>
            <a:xfrm>
              <a:off x="1606578" y="825817"/>
              <a:ext cx="293242" cy="124973"/>
            </a:xfrm>
            <a:custGeom>
              <a:avLst/>
              <a:gdLst/>
              <a:ahLst/>
              <a:cxnLst/>
              <a:rect l="l" t="t" r="r" b="b"/>
              <a:pathLst>
                <a:path w="1910" h="814" extrusionOk="0">
                  <a:moveTo>
                    <a:pt x="959" y="0"/>
                  </a:moveTo>
                  <a:lnTo>
                    <a:pt x="661" y="32"/>
                  </a:lnTo>
                  <a:lnTo>
                    <a:pt x="323" y="202"/>
                  </a:lnTo>
                  <a:lnTo>
                    <a:pt x="65" y="395"/>
                  </a:lnTo>
                  <a:lnTo>
                    <a:pt x="1" y="685"/>
                  </a:lnTo>
                  <a:lnTo>
                    <a:pt x="9" y="814"/>
                  </a:lnTo>
                  <a:lnTo>
                    <a:pt x="49" y="653"/>
                  </a:lnTo>
                  <a:cubicBezTo>
                    <a:pt x="116" y="500"/>
                    <a:pt x="292" y="396"/>
                    <a:pt x="469" y="396"/>
                  </a:cubicBezTo>
                  <a:cubicBezTo>
                    <a:pt x="506" y="396"/>
                    <a:pt x="544" y="401"/>
                    <a:pt x="581" y="411"/>
                  </a:cubicBezTo>
                  <a:lnTo>
                    <a:pt x="863" y="483"/>
                  </a:lnTo>
                  <a:cubicBezTo>
                    <a:pt x="895" y="492"/>
                    <a:pt x="925" y="496"/>
                    <a:pt x="954" y="496"/>
                  </a:cubicBezTo>
                  <a:cubicBezTo>
                    <a:pt x="983" y="496"/>
                    <a:pt x="1012" y="492"/>
                    <a:pt x="1040" y="483"/>
                  </a:cubicBezTo>
                  <a:lnTo>
                    <a:pt x="1322" y="411"/>
                  </a:lnTo>
                  <a:lnTo>
                    <a:pt x="1330" y="411"/>
                  </a:lnTo>
                  <a:cubicBezTo>
                    <a:pt x="1367" y="401"/>
                    <a:pt x="1404" y="396"/>
                    <a:pt x="1441" y="396"/>
                  </a:cubicBezTo>
                  <a:cubicBezTo>
                    <a:pt x="1609" y="396"/>
                    <a:pt x="1771" y="495"/>
                    <a:pt x="1837" y="653"/>
                  </a:cubicBezTo>
                  <a:lnTo>
                    <a:pt x="1902" y="814"/>
                  </a:lnTo>
                  <a:lnTo>
                    <a:pt x="1910" y="685"/>
                  </a:lnTo>
                  <a:lnTo>
                    <a:pt x="1845" y="395"/>
                  </a:lnTo>
                  <a:lnTo>
                    <a:pt x="1596" y="202"/>
                  </a:lnTo>
                  <a:lnTo>
                    <a:pt x="1257" y="32"/>
                  </a:lnTo>
                  <a:lnTo>
                    <a:pt x="9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67"/>
            <p:cNvSpPr/>
            <p:nvPr/>
          </p:nvSpPr>
          <p:spPr>
            <a:xfrm>
              <a:off x="1881087" y="834875"/>
              <a:ext cx="65711" cy="196365"/>
            </a:xfrm>
            <a:custGeom>
              <a:avLst/>
              <a:gdLst/>
              <a:ahLst/>
              <a:cxnLst/>
              <a:rect l="l" t="t" r="r" b="b"/>
              <a:pathLst>
                <a:path w="428" h="1279" extrusionOk="0">
                  <a:moveTo>
                    <a:pt x="70" y="0"/>
                  </a:moveTo>
                  <a:cubicBezTo>
                    <a:pt x="29" y="0"/>
                    <a:pt x="1" y="6"/>
                    <a:pt x="1" y="6"/>
                  </a:cubicBezTo>
                  <a:lnTo>
                    <a:pt x="218" y="1278"/>
                  </a:lnTo>
                  <a:cubicBezTo>
                    <a:pt x="218" y="1278"/>
                    <a:pt x="428" y="706"/>
                    <a:pt x="404" y="320"/>
                  </a:cubicBezTo>
                  <a:cubicBezTo>
                    <a:pt x="386" y="39"/>
                    <a:pt x="181" y="0"/>
                    <a:pt x="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67"/>
            <p:cNvSpPr/>
            <p:nvPr/>
          </p:nvSpPr>
          <p:spPr>
            <a:xfrm>
              <a:off x="1009352" y="4242146"/>
              <a:ext cx="1965030" cy="152302"/>
            </a:xfrm>
            <a:custGeom>
              <a:avLst/>
              <a:gdLst/>
              <a:ahLst/>
              <a:cxnLst/>
              <a:rect l="l" t="t" r="r" b="b"/>
              <a:pathLst>
                <a:path w="12799" h="992" extrusionOk="0">
                  <a:moveTo>
                    <a:pt x="1" y="1"/>
                  </a:moveTo>
                  <a:lnTo>
                    <a:pt x="1" y="992"/>
                  </a:lnTo>
                  <a:lnTo>
                    <a:pt x="12798" y="992"/>
                  </a:lnTo>
                  <a:lnTo>
                    <a:pt x="127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67"/>
            <p:cNvSpPr/>
            <p:nvPr/>
          </p:nvSpPr>
          <p:spPr>
            <a:xfrm>
              <a:off x="1227200" y="2517250"/>
              <a:ext cx="1850963" cy="1744868"/>
            </a:xfrm>
            <a:custGeom>
              <a:avLst/>
              <a:gdLst/>
              <a:ahLst/>
              <a:cxnLst/>
              <a:rect l="l" t="t" r="r" b="b"/>
              <a:pathLst>
                <a:path w="11880" h="11365" extrusionOk="0">
                  <a:moveTo>
                    <a:pt x="1" y="1"/>
                  </a:moveTo>
                  <a:lnTo>
                    <a:pt x="1" y="11365"/>
                  </a:lnTo>
                  <a:lnTo>
                    <a:pt x="11880" y="11365"/>
                  </a:lnTo>
                  <a:lnTo>
                    <a:pt x="1188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67"/>
            <p:cNvSpPr/>
            <p:nvPr/>
          </p:nvSpPr>
          <p:spPr>
            <a:xfrm>
              <a:off x="896816" y="2517247"/>
              <a:ext cx="357571" cy="1744868"/>
            </a:xfrm>
            <a:custGeom>
              <a:avLst/>
              <a:gdLst/>
              <a:ahLst/>
              <a:cxnLst/>
              <a:rect l="l" t="t" r="r" b="b"/>
              <a:pathLst>
                <a:path w="2329" h="11365" extrusionOk="0">
                  <a:moveTo>
                    <a:pt x="1" y="1"/>
                  </a:moveTo>
                  <a:lnTo>
                    <a:pt x="1" y="11365"/>
                  </a:lnTo>
                  <a:lnTo>
                    <a:pt x="2329" y="1136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67"/>
            <p:cNvSpPr/>
            <p:nvPr/>
          </p:nvSpPr>
          <p:spPr>
            <a:xfrm>
              <a:off x="896816" y="2517247"/>
              <a:ext cx="357571" cy="1744868"/>
            </a:xfrm>
            <a:custGeom>
              <a:avLst/>
              <a:gdLst/>
              <a:ahLst/>
              <a:cxnLst/>
              <a:rect l="l" t="t" r="r" b="b"/>
              <a:pathLst>
                <a:path w="2329" h="11365" extrusionOk="0">
                  <a:moveTo>
                    <a:pt x="1" y="1"/>
                  </a:moveTo>
                  <a:lnTo>
                    <a:pt x="1" y="11365"/>
                  </a:lnTo>
                  <a:lnTo>
                    <a:pt x="2329" y="11365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rgbClr val="2B303A">
                <a:alpha val="21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67"/>
            <p:cNvSpPr/>
            <p:nvPr/>
          </p:nvSpPr>
          <p:spPr>
            <a:xfrm>
              <a:off x="800400" y="2496213"/>
              <a:ext cx="2375570" cy="190684"/>
            </a:xfrm>
            <a:custGeom>
              <a:avLst/>
              <a:gdLst/>
              <a:ahLst/>
              <a:cxnLst/>
              <a:rect l="l" t="t" r="r" b="b"/>
              <a:pathLst>
                <a:path w="15473" h="1242" extrusionOk="0">
                  <a:moveTo>
                    <a:pt x="1" y="1"/>
                  </a:moveTo>
                  <a:lnTo>
                    <a:pt x="1" y="1241"/>
                  </a:lnTo>
                  <a:lnTo>
                    <a:pt x="15472" y="1241"/>
                  </a:lnTo>
                  <a:lnTo>
                    <a:pt x="154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67"/>
            <p:cNvSpPr/>
            <p:nvPr/>
          </p:nvSpPr>
          <p:spPr>
            <a:xfrm>
              <a:off x="896816" y="2686743"/>
              <a:ext cx="2181354" cy="69396"/>
            </a:xfrm>
            <a:custGeom>
              <a:avLst/>
              <a:gdLst/>
              <a:ahLst/>
              <a:cxnLst/>
              <a:rect l="l" t="t" r="r" b="b"/>
              <a:pathLst>
                <a:path w="14208" h="452" extrusionOk="0">
                  <a:moveTo>
                    <a:pt x="1" y="0"/>
                  </a:moveTo>
                  <a:lnTo>
                    <a:pt x="1" y="451"/>
                  </a:lnTo>
                  <a:lnTo>
                    <a:pt x="14208" y="451"/>
                  </a:lnTo>
                  <a:lnTo>
                    <a:pt x="14208" y="0"/>
                  </a:lnTo>
                  <a:close/>
                </a:path>
              </a:pathLst>
            </a:custGeom>
            <a:solidFill>
              <a:srgbClr val="2B303A">
                <a:alpha val="21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67"/>
            <p:cNvSpPr/>
            <p:nvPr/>
          </p:nvSpPr>
          <p:spPr>
            <a:xfrm>
              <a:off x="2293000" y="2095650"/>
              <a:ext cx="635624" cy="403323"/>
            </a:xfrm>
            <a:custGeom>
              <a:avLst/>
              <a:gdLst/>
              <a:ahLst/>
              <a:cxnLst/>
              <a:rect l="l" t="t" r="r" b="b"/>
              <a:pathLst>
                <a:path w="4117" h="2627" extrusionOk="0">
                  <a:moveTo>
                    <a:pt x="1" y="0"/>
                  </a:moveTo>
                  <a:lnTo>
                    <a:pt x="1" y="2626"/>
                  </a:lnTo>
                  <a:lnTo>
                    <a:pt x="4116" y="2626"/>
                  </a:lnTo>
                  <a:lnTo>
                    <a:pt x="41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67"/>
            <p:cNvSpPr/>
            <p:nvPr/>
          </p:nvSpPr>
          <p:spPr>
            <a:xfrm>
              <a:off x="2181542" y="2095656"/>
              <a:ext cx="115147" cy="403323"/>
            </a:xfrm>
            <a:custGeom>
              <a:avLst/>
              <a:gdLst/>
              <a:ahLst/>
              <a:cxnLst/>
              <a:rect l="l" t="t" r="r" b="b"/>
              <a:pathLst>
                <a:path w="750" h="2627" extrusionOk="0">
                  <a:moveTo>
                    <a:pt x="339" y="0"/>
                  </a:moveTo>
                  <a:cubicBezTo>
                    <a:pt x="154" y="0"/>
                    <a:pt x="1" y="154"/>
                    <a:pt x="1" y="339"/>
                  </a:cubicBezTo>
                  <a:lnTo>
                    <a:pt x="1" y="2626"/>
                  </a:lnTo>
                  <a:lnTo>
                    <a:pt x="750" y="2626"/>
                  </a:lnTo>
                  <a:lnTo>
                    <a:pt x="7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67"/>
            <p:cNvSpPr/>
            <p:nvPr/>
          </p:nvSpPr>
          <p:spPr>
            <a:xfrm>
              <a:off x="1805704" y="2240280"/>
              <a:ext cx="419290" cy="258698"/>
            </a:xfrm>
            <a:custGeom>
              <a:avLst/>
              <a:gdLst/>
              <a:ahLst/>
              <a:cxnLst/>
              <a:rect l="l" t="t" r="r" b="b"/>
              <a:pathLst>
                <a:path w="2731" h="1685" extrusionOk="0">
                  <a:moveTo>
                    <a:pt x="2731" y="1"/>
                  </a:moveTo>
                  <a:lnTo>
                    <a:pt x="242" y="1080"/>
                  </a:lnTo>
                  <a:cubicBezTo>
                    <a:pt x="97" y="1144"/>
                    <a:pt x="1" y="1297"/>
                    <a:pt x="1" y="1450"/>
                  </a:cubicBezTo>
                  <a:lnTo>
                    <a:pt x="1" y="1684"/>
                  </a:lnTo>
                  <a:lnTo>
                    <a:pt x="2731" y="1684"/>
                  </a:lnTo>
                  <a:lnTo>
                    <a:pt x="27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67"/>
            <p:cNvSpPr/>
            <p:nvPr/>
          </p:nvSpPr>
          <p:spPr>
            <a:xfrm>
              <a:off x="2599599" y="1963314"/>
              <a:ext cx="71852" cy="132496"/>
            </a:xfrm>
            <a:custGeom>
              <a:avLst/>
              <a:gdLst/>
              <a:ahLst/>
              <a:cxnLst/>
              <a:rect l="l" t="t" r="r" b="b"/>
              <a:pathLst>
                <a:path w="468" h="863" extrusionOk="0">
                  <a:moveTo>
                    <a:pt x="0" y="1"/>
                  </a:moveTo>
                  <a:lnTo>
                    <a:pt x="0" y="862"/>
                  </a:lnTo>
                  <a:lnTo>
                    <a:pt x="467" y="862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67"/>
            <p:cNvSpPr/>
            <p:nvPr/>
          </p:nvSpPr>
          <p:spPr>
            <a:xfrm>
              <a:off x="2630450" y="1963326"/>
              <a:ext cx="73101" cy="138775"/>
            </a:xfrm>
            <a:custGeom>
              <a:avLst/>
              <a:gdLst/>
              <a:ahLst/>
              <a:cxnLst/>
              <a:rect l="l" t="t" r="r" b="b"/>
              <a:pathLst>
                <a:path w="476" h="863" extrusionOk="0">
                  <a:moveTo>
                    <a:pt x="0" y="1"/>
                  </a:moveTo>
                  <a:lnTo>
                    <a:pt x="0" y="862"/>
                  </a:lnTo>
                  <a:lnTo>
                    <a:pt x="476" y="862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67"/>
            <p:cNvSpPr/>
            <p:nvPr/>
          </p:nvSpPr>
          <p:spPr>
            <a:xfrm>
              <a:off x="2449909" y="1833582"/>
              <a:ext cx="372310" cy="155833"/>
            </a:xfrm>
            <a:custGeom>
              <a:avLst/>
              <a:gdLst/>
              <a:ahLst/>
              <a:cxnLst/>
              <a:rect l="l" t="t" r="r" b="b"/>
              <a:pathLst>
                <a:path w="2425" h="1015" extrusionOk="0">
                  <a:moveTo>
                    <a:pt x="170" y="0"/>
                  </a:moveTo>
                  <a:cubicBezTo>
                    <a:pt x="73" y="0"/>
                    <a:pt x="1" y="73"/>
                    <a:pt x="1" y="169"/>
                  </a:cubicBezTo>
                  <a:lnTo>
                    <a:pt x="1" y="838"/>
                  </a:lnTo>
                  <a:cubicBezTo>
                    <a:pt x="1" y="934"/>
                    <a:pt x="73" y="1015"/>
                    <a:pt x="170" y="1015"/>
                  </a:cubicBezTo>
                  <a:lnTo>
                    <a:pt x="2248" y="1015"/>
                  </a:lnTo>
                  <a:cubicBezTo>
                    <a:pt x="2344" y="1015"/>
                    <a:pt x="2425" y="934"/>
                    <a:pt x="2425" y="838"/>
                  </a:cubicBezTo>
                  <a:lnTo>
                    <a:pt x="2425" y="169"/>
                  </a:lnTo>
                  <a:cubicBezTo>
                    <a:pt x="2425" y="73"/>
                    <a:pt x="2344" y="0"/>
                    <a:pt x="2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67"/>
            <p:cNvSpPr/>
            <p:nvPr/>
          </p:nvSpPr>
          <p:spPr>
            <a:xfrm>
              <a:off x="2485835" y="1833582"/>
              <a:ext cx="372310" cy="155833"/>
            </a:xfrm>
            <a:custGeom>
              <a:avLst/>
              <a:gdLst/>
              <a:ahLst/>
              <a:cxnLst/>
              <a:rect l="l" t="t" r="r" b="b"/>
              <a:pathLst>
                <a:path w="2425" h="1015" extrusionOk="0">
                  <a:moveTo>
                    <a:pt x="161" y="0"/>
                  </a:moveTo>
                  <a:cubicBezTo>
                    <a:pt x="73" y="0"/>
                    <a:pt x="0" y="73"/>
                    <a:pt x="0" y="161"/>
                  </a:cubicBezTo>
                  <a:lnTo>
                    <a:pt x="0" y="846"/>
                  </a:lnTo>
                  <a:cubicBezTo>
                    <a:pt x="0" y="942"/>
                    <a:pt x="73" y="1015"/>
                    <a:pt x="161" y="1015"/>
                  </a:cubicBezTo>
                  <a:lnTo>
                    <a:pt x="2263" y="1015"/>
                  </a:lnTo>
                  <a:cubicBezTo>
                    <a:pt x="2352" y="1015"/>
                    <a:pt x="2424" y="934"/>
                    <a:pt x="2424" y="846"/>
                  </a:cubicBezTo>
                  <a:lnTo>
                    <a:pt x="2424" y="161"/>
                  </a:lnTo>
                  <a:cubicBezTo>
                    <a:pt x="2424" y="73"/>
                    <a:pt x="2352" y="0"/>
                    <a:pt x="2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67"/>
            <p:cNvSpPr/>
            <p:nvPr/>
          </p:nvSpPr>
          <p:spPr>
            <a:xfrm>
              <a:off x="2530358" y="1871810"/>
              <a:ext cx="283263" cy="78147"/>
            </a:xfrm>
            <a:custGeom>
              <a:avLst/>
              <a:gdLst/>
              <a:ahLst/>
              <a:cxnLst/>
              <a:rect l="l" t="t" r="r" b="b"/>
              <a:pathLst>
                <a:path w="1845" h="509" extrusionOk="0">
                  <a:moveTo>
                    <a:pt x="56" y="1"/>
                  </a:moveTo>
                  <a:cubicBezTo>
                    <a:pt x="24" y="1"/>
                    <a:pt x="0" y="25"/>
                    <a:pt x="0" y="57"/>
                  </a:cubicBezTo>
                  <a:lnTo>
                    <a:pt x="0" y="452"/>
                  </a:lnTo>
                  <a:cubicBezTo>
                    <a:pt x="0" y="484"/>
                    <a:pt x="24" y="508"/>
                    <a:pt x="56" y="508"/>
                  </a:cubicBezTo>
                  <a:lnTo>
                    <a:pt x="1788" y="508"/>
                  </a:lnTo>
                  <a:cubicBezTo>
                    <a:pt x="1820" y="508"/>
                    <a:pt x="1844" y="484"/>
                    <a:pt x="1844" y="452"/>
                  </a:cubicBezTo>
                  <a:lnTo>
                    <a:pt x="1844" y="57"/>
                  </a:lnTo>
                  <a:cubicBezTo>
                    <a:pt x="1844" y="25"/>
                    <a:pt x="1820" y="1"/>
                    <a:pt x="17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6" name="Google Shape;1686;p67"/>
          <p:cNvSpPr/>
          <p:nvPr/>
        </p:nvSpPr>
        <p:spPr>
          <a:xfrm flipH="1">
            <a:off x="5042809" y="2349230"/>
            <a:ext cx="324632" cy="511681"/>
          </a:xfrm>
          <a:custGeom>
            <a:avLst/>
            <a:gdLst/>
            <a:ahLst/>
            <a:cxnLst/>
            <a:rect l="l" t="t" r="r" b="b"/>
            <a:pathLst>
              <a:path w="16179" h="25498" extrusionOk="0">
                <a:moveTo>
                  <a:pt x="8087" y="1"/>
                </a:moveTo>
                <a:cubicBezTo>
                  <a:pt x="8069" y="1"/>
                  <a:pt x="8048" y="16"/>
                  <a:pt x="8038" y="47"/>
                </a:cubicBezTo>
                <a:cubicBezTo>
                  <a:pt x="7628" y="11283"/>
                  <a:pt x="7095" y="12042"/>
                  <a:pt x="42" y="12718"/>
                </a:cubicBezTo>
                <a:cubicBezTo>
                  <a:pt x="1" y="12718"/>
                  <a:pt x="1" y="12780"/>
                  <a:pt x="42" y="12780"/>
                </a:cubicBezTo>
                <a:cubicBezTo>
                  <a:pt x="7095" y="13457"/>
                  <a:pt x="7628" y="14215"/>
                  <a:pt x="8038" y="25452"/>
                </a:cubicBezTo>
                <a:cubicBezTo>
                  <a:pt x="8048" y="25482"/>
                  <a:pt x="8069" y="25498"/>
                  <a:pt x="8087" y="25498"/>
                </a:cubicBezTo>
                <a:cubicBezTo>
                  <a:pt x="8105" y="25498"/>
                  <a:pt x="8120" y="25482"/>
                  <a:pt x="8120" y="25452"/>
                </a:cubicBezTo>
                <a:cubicBezTo>
                  <a:pt x="8530" y="14215"/>
                  <a:pt x="9084" y="13457"/>
                  <a:pt x="16138" y="12780"/>
                </a:cubicBezTo>
                <a:cubicBezTo>
                  <a:pt x="16179" y="12780"/>
                  <a:pt x="16179" y="12718"/>
                  <a:pt x="16138" y="12718"/>
                </a:cubicBezTo>
                <a:cubicBezTo>
                  <a:pt x="9084" y="12042"/>
                  <a:pt x="8530" y="11283"/>
                  <a:pt x="8120" y="47"/>
                </a:cubicBezTo>
                <a:cubicBezTo>
                  <a:pt x="8120" y="16"/>
                  <a:pt x="8105" y="1"/>
                  <a:pt x="808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7" name="Google Shape;1687;p67"/>
          <p:cNvGrpSpPr/>
          <p:nvPr/>
        </p:nvGrpSpPr>
        <p:grpSpPr>
          <a:xfrm flipH="1">
            <a:off x="4250075" y="1390505"/>
            <a:ext cx="2788800" cy="295800"/>
            <a:chOff x="5520125" y="1390505"/>
            <a:chExt cx="2788800" cy="295800"/>
          </a:xfrm>
        </p:grpSpPr>
        <p:grpSp>
          <p:nvGrpSpPr>
            <p:cNvPr id="1688" name="Google Shape;1688;p67"/>
            <p:cNvGrpSpPr/>
            <p:nvPr/>
          </p:nvGrpSpPr>
          <p:grpSpPr>
            <a:xfrm>
              <a:off x="7717325" y="1390505"/>
              <a:ext cx="591600" cy="295800"/>
              <a:chOff x="2196322" y="4573708"/>
              <a:chExt cx="591600" cy="295800"/>
            </a:xfrm>
          </p:grpSpPr>
          <p:sp>
            <p:nvSpPr>
              <p:cNvPr id="1689" name="Google Shape;1689;p67"/>
              <p:cNvSpPr/>
              <p:nvPr/>
            </p:nvSpPr>
            <p:spPr>
              <a:xfrm>
                <a:off x="2196322" y="4573708"/>
                <a:ext cx="295800" cy="295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67"/>
              <p:cNvSpPr/>
              <p:nvPr/>
            </p:nvSpPr>
            <p:spPr>
              <a:xfrm>
                <a:off x="2344233" y="4573708"/>
                <a:ext cx="295800" cy="295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67"/>
              <p:cNvSpPr/>
              <p:nvPr/>
            </p:nvSpPr>
            <p:spPr>
              <a:xfrm>
                <a:off x="2492122" y="4573708"/>
                <a:ext cx="295800" cy="295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92" name="Google Shape;1692;p67"/>
            <p:cNvCxnSpPr>
              <a:stCxn id="1689" idx="2"/>
            </p:cNvCxnSpPr>
            <p:nvPr/>
          </p:nvCxnSpPr>
          <p:spPr>
            <a:xfrm rot="10800000">
              <a:off x="5520125" y="1538405"/>
              <a:ext cx="2197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93" name="Google Shape;1693;p67"/>
          <p:cNvSpPr/>
          <p:nvPr/>
        </p:nvSpPr>
        <p:spPr>
          <a:xfrm>
            <a:off x="2933636" y="1037705"/>
            <a:ext cx="324632" cy="511681"/>
          </a:xfrm>
          <a:custGeom>
            <a:avLst/>
            <a:gdLst/>
            <a:ahLst/>
            <a:cxnLst/>
            <a:rect l="l" t="t" r="r" b="b"/>
            <a:pathLst>
              <a:path w="16179" h="25498" extrusionOk="0">
                <a:moveTo>
                  <a:pt x="8087" y="1"/>
                </a:moveTo>
                <a:cubicBezTo>
                  <a:pt x="8069" y="1"/>
                  <a:pt x="8048" y="16"/>
                  <a:pt x="8038" y="47"/>
                </a:cubicBezTo>
                <a:cubicBezTo>
                  <a:pt x="7628" y="11283"/>
                  <a:pt x="7095" y="12042"/>
                  <a:pt x="42" y="12718"/>
                </a:cubicBezTo>
                <a:cubicBezTo>
                  <a:pt x="1" y="12718"/>
                  <a:pt x="1" y="12780"/>
                  <a:pt x="42" y="12780"/>
                </a:cubicBezTo>
                <a:cubicBezTo>
                  <a:pt x="7095" y="13457"/>
                  <a:pt x="7628" y="14215"/>
                  <a:pt x="8038" y="25452"/>
                </a:cubicBezTo>
                <a:cubicBezTo>
                  <a:pt x="8048" y="25482"/>
                  <a:pt x="8069" y="25498"/>
                  <a:pt x="8087" y="25498"/>
                </a:cubicBezTo>
                <a:cubicBezTo>
                  <a:pt x="8105" y="25498"/>
                  <a:pt x="8120" y="25482"/>
                  <a:pt x="8120" y="25452"/>
                </a:cubicBezTo>
                <a:cubicBezTo>
                  <a:pt x="8530" y="14215"/>
                  <a:pt x="9084" y="13457"/>
                  <a:pt x="16138" y="12780"/>
                </a:cubicBezTo>
                <a:cubicBezTo>
                  <a:pt x="16179" y="12780"/>
                  <a:pt x="16179" y="12718"/>
                  <a:pt x="16138" y="12718"/>
                </a:cubicBezTo>
                <a:cubicBezTo>
                  <a:pt x="9084" y="12042"/>
                  <a:pt x="8530" y="11283"/>
                  <a:pt x="8120" y="47"/>
                </a:cubicBezTo>
                <a:cubicBezTo>
                  <a:pt x="8120" y="16"/>
                  <a:pt x="8105" y="1"/>
                  <a:pt x="808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ll Business Management &amp; Operations Consulting Toolkit by Slidesgo">
  <a:themeElements>
    <a:clrScheme name="Simple Light">
      <a:dk1>
        <a:srgbClr val="2B303A"/>
      </a:dk1>
      <a:lt1>
        <a:srgbClr val="FFFFFF"/>
      </a:lt1>
      <a:dk2>
        <a:srgbClr val="D6B48D"/>
      </a:dk2>
      <a:lt2>
        <a:srgbClr val="7FA889"/>
      </a:lt2>
      <a:accent1>
        <a:srgbClr val="6A8D73"/>
      </a:accent1>
      <a:accent2>
        <a:srgbClr val="4A5263"/>
      </a:accent2>
      <a:accent3>
        <a:srgbClr val="C69C6D"/>
      </a:accent3>
      <a:accent4>
        <a:srgbClr val="000000"/>
      </a:accent4>
      <a:accent5>
        <a:srgbClr val="FFFFFF"/>
      </a:accent5>
      <a:accent6>
        <a:srgbClr val="FFFFFF"/>
      </a:accent6>
      <a:hlink>
        <a:srgbClr val="2B30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</Words>
  <Application>Microsoft Office PowerPoint</Application>
  <PresentationFormat>On-screen Show (16:9)</PresentationFormat>
  <Paragraphs>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Assistant SemiBold</vt:lpstr>
      <vt:lpstr>DM Serif Text</vt:lpstr>
      <vt:lpstr>Assistant</vt:lpstr>
      <vt:lpstr>Times New Roman</vt:lpstr>
      <vt:lpstr>Arial</vt:lpstr>
      <vt:lpstr>Small Business Management &amp; Operations Consulting Toolkit by Slidesgo</vt:lpstr>
      <vt:lpstr>Small &amp; Medium Enterprise Management</vt:lpstr>
      <vt:lpstr>Share SME Story </vt:lpstr>
      <vt:lpstr>SME stands for Small and Medium-sized Enterprise, a category of businesses defined by having fewer employees and lower revenue/assets than large corporations, acting as a crucial part of most economies by driving jobs and innovation, though exact size thresholds (employees, turnover, assets) vary by country and organization</vt:lpstr>
      <vt:lpstr>Characteristics of SME</vt:lpstr>
      <vt:lpstr>Characteristics of SME</vt:lpstr>
      <vt:lpstr>Role of SME</vt:lpstr>
      <vt:lpstr>Role of SME</vt:lpstr>
      <vt:lpstr>Challenges of SME</vt:lpstr>
      <vt:lpstr>Overcome Strategies</vt:lpstr>
      <vt:lpstr>Overcome Strategies</vt:lpstr>
      <vt:lpstr>“Every big company once started small. SMEs are the seeds of future corporations—your small idea today could be Bangladesh’s next success story.”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Small &amp; Medium Enterprise Management</dc:title>
  <dc:creator>Natasha Shikder</dc:creator>
  <cp:lastModifiedBy>Natasha Shikder</cp:lastModifiedBy>
  <cp:revision>3</cp:revision>
  <dcterms:modified xsi:type="dcterms:W3CDTF">2026-01-07T08:32:53Z</dcterms:modified>
</cp:coreProperties>
</file>